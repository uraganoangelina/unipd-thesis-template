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B96FA-59C3-4924-9BE0-CF747863A14C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BBDDF-DEED-44D9-A00A-A96EDAC843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4474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BBDDF-DEED-44D9-A00A-A96EDAC84361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6173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029849-9514-84B0-4995-7E2152B9F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1A8393E-6513-1102-CEA1-ACB9C2D53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0B3336F-3CD5-DEF5-00D1-A5975AD3F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EE86-0881-4F21-8B04-8C170EAAB1CE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E71389D-78A4-B03C-6646-99501BA3A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87E9E81-0CAC-7FBE-DE19-F49F0DE1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2F03-B253-4D46-91B9-5C01E9BA7D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9741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BC9FC4-2777-75EA-533C-3C48BEF90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6DEFBA-042E-9452-7A06-E5FDB8436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D3A7258-381D-7388-F5C9-3127857EC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EE86-0881-4F21-8B04-8C170EAAB1CE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E75A78-B830-178A-7E76-463A41936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5D0A29-979B-A558-F594-A14D0E8E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2F03-B253-4D46-91B9-5C01E9BA7D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459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D5A0B7-7E6E-7D78-607A-C7C4526DF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BE538A6-3459-AAD8-9B44-F866E8112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DCDBC4-55B5-3CDA-00F7-332BB21E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EE86-0881-4F21-8B04-8C170EAAB1CE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2125B9C-7B82-9955-A7A6-5D6FF38E9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790CB3-5B72-BFB4-57ED-DC4B4C42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2F03-B253-4D46-91B9-5C01E9BA7D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6427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AC3166-52C8-8C6D-29A0-EF32DCE84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8D5B6B-86E5-9C8F-7456-5AEFF6EA77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E325F48-B4AC-AD64-C5B6-CAA881FB9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31C647-D281-3D10-731B-F3A790AE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EE86-0881-4F21-8B04-8C170EAAB1CE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5824588-EE69-5DD9-C7DB-D417484AD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20670F5-FCD0-167D-4D66-13D6D9CF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2F03-B253-4D46-91B9-5C01E9BA7D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6045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871EA5-8FDF-4269-B246-83C56DFE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DB48BB4-A66E-4B20-586E-6D9371366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F15DE15-CF9C-50B0-9CD9-8BD9303D2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1025442-1669-6A54-B3DA-66B50FC51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3436AC2-2EBD-58C3-4CF0-078E0F417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26545C1-B0AC-1A4C-164A-C9D9878F3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EE86-0881-4F21-8B04-8C170EAAB1CE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4F0942C-84F5-BB33-BB8A-0B0DC2B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0AE5C1E-AE73-1F6E-A1BD-2B140653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2F03-B253-4D46-91B9-5C01E9BA7D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514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A9BCC1-CE64-13FC-5C56-6E9D54428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0D9997C-E9AF-2DE0-C722-1AF8EB16A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EE86-0881-4F21-8B04-8C170EAAB1CE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4966AA7-C1BD-B26E-FE8A-10330FAE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1A48D08-D3B1-B577-A587-1CC984D67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2F03-B253-4D46-91B9-5C01E9BA7D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4528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4585FB3-0E59-8693-BB51-5D6BDBB2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EE86-0881-4F21-8B04-8C170EAAB1CE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06DFDB9-994B-EC5F-B31D-295ED5A82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69587A-9284-D62A-70FA-8D7014667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2F03-B253-4D46-91B9-5C01E9BA7D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0737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9F0457-42FE-AB7A-FC1C-61F9333BF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91812C-E2B3-7150-D764-47BF47140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7F65B8-726B-AAE9-FFB4-2EC195558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CFD8A10-84AE-CC2C-08EC-DEF94621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EE86-0881-4F21-8B04-8C170EAAB1CE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CE3540D-A970-C025-0CFD-FB0875076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5DF48B3-FBF3-5FC5-EC2B-20E2F173E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2F03-B253-4D46-91B9-5C01E9BA7D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0839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DD7C85-565B-6DD3-7288-A4C845AA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6DA315C-5210-F380-F725-EA67E71BEB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92C98F9-29E0-784C-007D-4EA0EB2D7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E8EE5FF-78D4-1844-9490-4B770D3F6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EE86-0881-4F21-8B04-8C170EAAB1CE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06479AD-B4A3-B7BE-8B41-8CF85FA6E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2D79A4C-CEFC-9392-93C5-AE8714EC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2F03-B253-4D46-91B9-5C01E9BA7D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4311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E52019-3619-57B2-14BE-3DAFCCD4E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20527E0-2B64-76FD-7246-FE420CEEF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800F2C-9C4B-AED1-07EF-ED468E88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EE86-0881-4F21-8B04-8C170EAAB1CE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826419-349D-2EED-4DC2-0AD1D7E7A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9248B29-FAEB-759D-C0A7-0000CEC8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2F03-B253-4D46-91B9-5C01E9BA7D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6417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5FA6F77-8A03-0ABD-DAF3-13A4910A4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35F7C9B-3928-DDB6-92F6-213F60FEB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DF8A49-9F9F-094A-6399-A468D15CF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EE86-0881-4F21-8B04-8C170EAAB1CE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3C766B9-202A-DAA6-EF28-99251B7A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D21F4D-055C-7D1E-AE11-3B6B54C2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2F03-B253-4D46-91B9-5C01E9BA7D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8458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BC03AB1-4659-EFF9-2C09-701BB1705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83B688-1314-7FD6-E70B-E30B15AE1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08B596F-85CE-6C2D-0EF5-93AC9B3D8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AEE86-0881-4F21-8B04-8C170EAAB1CE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399F57-BD95-BC44-6156-6E1E33A9D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C60990-5F8E-34E4-C398-3C145F113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022F03-B253-4D46-91B9-5C01E9BA7D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399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72104028-5A63-956A-0F91-D77C245CFAEE}"/>
              </a:ext>
            </a:extLst>
          </p:cNvPr>
          <p:cNvSpPr/>
          <p:nvPr/>
        </p:nvSpPr>
        <p:spPr>
          <a:xfrm>
            <a:off x="1671484" y="511278"/>
            <a:ext cx="1042219" cy="6882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tillium web" panose="00000500000000000000" pitchFamily="2" charset="0"/>
              </a:rPr>
              <a:t>ePersonam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581A5EC-303C-326D-9FDC-DAD9F663AEB7}"/>
              </a:ext>
            </a:extLst>
          </p:cNvPr>
          <p:cNvSpPr/>
          <p:nvPr/>
        </p:nvSpPr>
        <p:spPr>
          <a:xfrm>
            <a:off x="7073392" y="511278"/>
            <a:ext cx="1042219" cy="6882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tillium web" panose="00000500000000000000" pitchFamily="2" charset="0"/>
              </a:rPr>
              <a:t>Anagrafe Zero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1BA71CC-3266-B487-1E77-D1E5EF1FE533}"/>
              </a:ext>
            </a:extLst>
          </p:cNvPr>
          <p:cNvSpPr/>
          <p:nvPr/>
        </p:nvSpPr>
        <p:spPr>
          <a:xfrm>
            <a:off x="9638379" y="511278"/>
            <a:ext cx="1042219" cy="6882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tillium web" panose="00000500000000000000" pitchFamily="2" charset="0"/>
              </a:rPr>
              <a:t>GA-Master (GPI)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109B7879-D3FB-A519-FAF5-E0D824EE586E}"/>
              </a:ext>
            </a:extLst>
          </p:cNvPr>
          <p:cNvCxnSpPr>
            <a:stCxn id="4" idx="2"/>
          </p:cNvCxnSpPr>
          <p:nvPr/>
        </p:nvCxnSpPr>
        <p:spPr>
          <a:xfrm flipH="1">
            <a:off x="2192593" y="1199536"/>
            <a:ext cx="1" cy="51815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E2FAC323-88C3-D10C-1A83-DFD9C745B0C5}"/>
              </a:ext>
            </a:extLst>
          </p:cNvPr>
          <p:cNvCxnSpPr/>
          <p:nvPr/>
        </p:nvCxnSpPr>
        <p:spPr>
          <a:xfrm flipH="1">
            <a:off x="7594501" y="1199536"/>
            <a:ext cx="1" cy="51815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49E7ACAD-CAB5-3371-81EF-7F54F865652A}"/>
              </a:ext>
            </a:extLst>
          </p:cNvPr>
          <p:cNvCxnSpPr/>
          <p:nvPr/>
        </p:nvCxnSpPr>
        <p:spPr>
          <a:xfrm flipH="1">
            <a:off x="10159487" y="1199536"/>
            <a:ext cx="1" cy="51815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56F3416A-71C7-D1D8-27B5-D7F31C7D4A35}"/>
              </a:ext>
            </a:extLst>
          </p:cNvPr>
          <p:cNvCxnSpPr/>
          <p:nvPr/>
        </p:nvCxnSpPr>
        <p:spPr>
          <a:xfrm>
            <a:off x="1848464" y="6381135"/>
            <a:ext cx="6685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CA3A5716-D132-290B-B6F1-F475E429850A}"/>
              </a:ext>
            </a:extLst>
          </p:cNvPr>
          <p:cNvCxnSpPr/>
          <p:nvPr/>
        </p:nvCxnSpPr>
        <p:spPr>
          <a:xfrm>
            <a:off x="7260204" y="6386051"/>
            <a:ext cx="6685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015E8A8D-1ED0-E41F-9F9F-8EDD41BEF848}"/>
              </a:ext>
            </a:extLst>
          </p:cNvPr>
          <p:cNvCxnSpPr/>
          <p:nvPr/>
        </p:nvCxnSpPr>
        <p:spPr>
          <a:xfrm>
            <a:off x="9825190" y="6381135"/>
            <a:ext cx="6685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A09D98F0-EBA1-F0D7-6C46-E1BDBB0CBEF6}"/>
              </a:ext>
            </a:extLst>
          </p:cNvPr>
          <p:cNvSpPr/>
          <p:nvPr/>
        </p:nvSpPr>
        <p:spPr>
          <a:xfrm>
            <a:off x="2192594" y="1582997"/>
            <a:ext cx="521107" cy="3932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0</a:t>
            </a: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0D92A397-2B72-4B14-A63F-B42C340285CE}"/>
              </a:ext>
            </a:extLst>
          </p:cNvPr>
          <p:cNvCxnSpPr>
            <a:cxnSpLocks/>
          </p:cNvCxnSpPr>
          <p:nvPr/>
        </p:nvCxnSpPr>
        <p:spPr>
          <a:xfrm flipH="1">
            <a:off x="2192593" y="1976287"/>
            <a:ext cx="5211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514F04C6-7EEA-22FB-D627-54AB8581EAD1}"/>
              </a:ext>
            </a:extLst>
          </p:cNvPr>
          <p:cNvCxnSpPr>
            <a:cxnSpLocks/>
          </p:cNvCxnSpPr>
          <p:nvPr/>
        </p:nvCxnSpPr>
        <p:spPr>
          <a:xfrm>
            <a:off x="5045489" y="2394154"/>
            <a:ext cx="25490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171CEBED-1773-0247-B3B2-E22E5E77A919}"/>
              </a:ext>
            </a:extLst>
          </p:cNvPr>
          <p:cNvSpPr txBox="1"/>
          <p:nvPr/>
        </p:nvSpPr>
        <p:spPr>
          <a:xfrm>
            <a:off x="5288838" y="2112823"/>
            <a:ext cx="2362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Titillium web" panose="00000500000000000000" pitchFamily="2" charset="0"/>
              </a:rPr>
              <a:t>[RVE-54] Patient Query Request</a:t>
            </a:r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D89F857C-74C2-683F-83D9-747460ADAFD2}"/>
              </a:ext>
            </a:extLst>
          </p:cNvPr>
          <p:cNvCxnSpPr>
            <a:cxnSpLocks/>
          </p:cNvCxnSpPr>
          <p:nvPr/>
        </p:nvCxnSpPr>
        <p:spPr>
          <a:xfrm>
            <a:off x="5045489" y="3547314"/>
            <a:ext cx="25490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2DBF49F0-E71F-8791-1A7B-FBDD0B05308A}"/>
              </a:ext>
            </a:extLst>
          </p:cNvPr>
          <p:cNvSpPr txBox="1"/>
          <p:nvPr/>
        </p:nvSpPr>
        <p:spPr>
          <a:xfrm>
            <a:off x="5065155" y="3271063"/>
            <a:ext cx="27604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Titillium web" panose="00000500000000000000" pitchFamily="2" charset="0"/>
              </a:rPr>
              <a:t>[RVE-55] PatientID Assignment Request</a:t>
            </a:r>
          </a:p>
        </p:txBody>
      </p: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9DD55C04-2843-FDB6-00D0-C00A33BB205F}"/>
              </a:ext>
            </a:extLst>
          </p:cNvPr>
          <p:cNvCxnSpPr>
            <a:cxnSpLocks/>
          </p:cNvCxnSpPr>
          <p:nvPr/>
        </p:nvCxnSpPr>
        <p:spPr>
          <a:xfrm flipH="1">
            <a:off x="5045489" y="2812083"/>
            <a:ext cx="25490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C0204F5E-CF67-30C5-2C49-18B07FABDD4A}"/>
              </a:ext>
            </a:extLst>
          </p:cNvPr>
          <p:cNvSpPr txBox="1"/>
          <p:nvPr/>
        </p:nvSpPr>
        <p:spPr>
          <a:xfrm>
            <a:off x="5288838" y="2528820"/>
            <a:ext cx="25201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Titillium web" panose="00000500000000000000" pitchFamily="2" charset="0"/>
              </a:rPr>
              <a:t>[RVE-54] Patient Query Response</a:t>
            </a:r>
          </a:p>
        </p:txBody>
      </p: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BC706D9B-4A91-843E-26D8-39FEAAA06928}"/>
              </a:ext>
            </a:extLst>
          </p:cNvPr>
          <p:cNvCxnSpPr>
            <a:cxnSpLocks/>
          </p:cNvCxnSpPr>
          <p:nvPr/>
        </p:nvCxnSpPr>
        <p:spPr>
          <a:xfrm flipH="1">
            <a:off x="5025824" y="3999272"/>
            <a:ext cx="25686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7FD47486-5DFD-19B9-8648-1D86F4A36583}"/>
              </a:ext>
            </a:extLst>
          </p:cNvPr>
          <p:cNvSpPr txBox="1"/>
          <p:nvPr/>
        </p:nvSpPr>
        <p:spPr>
          <a:xfrm>
            <a:off x="5005844" y="3721324"/>
            <a:ext cx="27604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Titillium web" panose="00000500000000000000" pitchFamily="2" charset="0"/>
              </a:rPr>
              <a:t>[RVE-55] PatientID Assignment Response</a:t>
            </a:r>
          </a:p>
        </p:txBody>
      </p: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74623A2C-7CB5-77AC-4276-8B9458C31BE1}"/>
              </a:ext>
            </a:extLst>
          </p:cNvPr>
          <p:cNvCxnSpPr>
            <a:cxnSpLocks/>
          </p:cNvCxnSpPr>
          <p:nvPr/>
        </p:nvCxnSpPr>
        <p:spPr>
          <a:xfrm>
            <a:off x="5045489" y="4734220"/>
            <a:ext cx="25490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6152C680-10D2-0DE1-C1BD-24FF9C189826}"/>
              </a:ext>
            </a:extLst>
          </p:cNvPr>
          <p:cNvSpPr txBox="1"/>
          <p:nvPr/>
        </p:nvSpPr>
        <p:spPr>
          <a:xfrm>
            <a:off x="5249820" y="4428904"/>
            <a:ext cx="27604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Titillium web" panose="00000500000000000000" pitchFamily="2" charset="0"/>
              </a:rPr>
              <a:t>[RVE-100] Resource Subscription</a:t>
            </a:r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4B9A909A-55CD-1E4B-5DCC-E3C931374379}"/>
              </a:ext>
            </a:extLst>
          </p:cNvPr>
          <p:cNvCxnSpPr>
            <a:cxnSpLocks/>
          </p:cNvCxnSpPr>
          <p:nvPr/>
        </p:nvCxnSpPr>
        <p:spPr>
          <a:xfrm>
            <a:off x="5045489" y="5260257"/>
            <a:ext cx="51139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2B305968-C1DB-0088-159E-714676F7F2B3}"/>
              </a:ext>
            </a:extLst>
          </p:cNvPr>
          <p:cNvSpPr txBox="1"/>
          <p:nvPr/>
        </p:nvSpPr>
        <p:spPr>
          <a:xfrm>
            <a:off x="2713701" y="4955459"/>
            <a:ext cx="33405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b="1" dirty="0">
                <a:solidFill>
                  <a:srgbClr val="FF0000"/>
                </a:solidFill>
                <a:latin typeface="Titillium web" panose="00000500000000000000" pitchFamily="2" charset="0"/>
              </a:rPr>
              <a:t>Riconcilia paziente Request</a:t>
            </a:r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028A29F0-D99C-F2ED-3DA4-9E3307CD7728}"/>
              </a:ext>
            </a:extLst>
          </p:cNvPr>
          <p:cNvCxnSpPr>
            <a:cxnSpLocks/>
          </p:cNvCxnSpPr>
          <p:nvPr/>
        </p:nvCxnSpPr>
        <p:spPr>
          <a:xfrm flipH="1">
            <a:off x="5045489" y="5673212"/>
            <a:ext cx="51139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ttangolo 51">
            <a:extLst>
              <a:ext uri="{FF2B5EF4-FFF2-40B4-BE49-F238E27FC236}">
                <a16:creationId xmlns:a16="http://schemas.microsoft.com/office/drawing/2014/main" id="{B5BFE071-C86D-5820-A8C4-41F21E3722C2}"/>
              </a:ext>
            </a:extLst>
          </p:cNvPr>
          <p:cNvSpPr/>
          <p:nvPr/>
        </p:nvSpPr>
        <p:spPr>
          <a:xfrm>
            <a:off x="717757" y="3099620"/>
            <a:ext cx="7914966" cy="118232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BF5ED0F9-746D-F464-3781-C60600B2FCF0}"/>
              </a:ext>
            </a:extLst>
          </p:cNvPr>
          <p:cNvSpPr txBox="1"/>
          <p:nvPr/>
        </p:nvSpPr>
        <p:spPr>
          <a:xfrm>
            <a:off x="717757" y="3126805"/>
            <a:ext cx="21139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Titillium web" panose="00000500000000000000" pitchFamily="2" charset="0"/>
              </a:rPr>
              <a:t>Paziente non</a:t>
            </a:r>
          </a:p>
          <a:p>
            <a:r>
              <a:rPr lang="it-IT" sz="1100" dirty="0">
                <a:latin typeface="Titillium web" panose="00000500000000000000" pitchFamily="2" charset="0"/>
              </a:rPr>
              <a:t>trovato</a:t>
            </a:r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F9BE2F1A-BEF7-1B76-0EBE-C8D672B5909A}"/>
              </a:ext>
            </a:extLst>
          </p:cNvPr>
          <p:cNvSpPr/>
          <p:nvPr/>
        </p:nvSpPr>
        <p:spPr>
          <a:xfrm>
            <a:off x="4524380" y="511278"/>
            <a:ext cx="1042219" cy="6882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tillium web" panose="00000500000000000000" pitchFamily="2" charset="0"/>
              </a:rPr>
              <a:t>DIH</a:t>
            </a:r>
          </a:p>
        </p:txBody>
      </p:sp>
      <p:cxnSp>
        <p:nvCxnSpPr>
          <p:cNvPr id="55" name="Connettore diritto 54">
            <a:extLst>
              <a:ext uri="{FF2B5EF4-FFF2-40B4-BE49-F238E27FC236}">
                <a16:creationId xmlns:a16="http://schemas.microsoft.com/office/drawing/2014/main" id="{9BBFF415-C511-117A-E7FE-A575F47BFF38}"/>
              </a:ext>
            </a:extLst>
          </p:cNvPr>
          <p:cNvCxnSpPr/>
          <p:nvPr/>
        </p:nvCxnSpPr>
        <p:spPr>
          <a:xfrm flipH="1">
            <a:off x="5045489" y="1199535"/>
            <a:ext cx="1" cy="51815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ttore diritto 55">
            <a:extLst>
              <a:ext uri="{FF2B5EF4-FFF2-40B4-BE49-F238E27FC236}">
                <a16:creationId xmlns:a16="http://schemas.microsoft.com/office/drawing/2014/main" id="{75D087A0-742F-10FE-F61D-953C53D2063A}"/>
              </a:ext>
            </a:extLst>
          </p:cNvPr>
          <p:cNvCxnSpPr/>
          <p:nvPr/>
        </p:nvCxnSpPr>
        <p:spPr>
          <a:xfrm>
            <a:off x="4711192" y="6390966"/>
            <a:ext cx="6685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25682CFC-4C94-7A42-111E-51F60CEBA8BB}"/>
              </a:ext>
            </a:extLst>
          </p:cNvPr>
          <p:cNvSpPr txBox="1"/>
          <p:nvPr/>
        </p:nvSpPr>
        <p:spPr>
          <a:xfrm>
            <a:off x="2753346" y="1492977"/>
            <a:ext cx="175352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Titillium web" panose="00000500000000000000" pitchFamily="2" charset="0"/>
              </a:rPr>
              <a:t>Inserimento per ID univoco oppure Nome-Cognome-Sesso-Data di nascita</a:t>
            </a:r>
          </a:p>
        </p:txBody>
      </p:sp>
      <p:cxnSp>
        <p:nvCxnSpPr>
          <p:cNvPr id="67" name="Connettore 2 66">
            <a:extLst>
              <a:ext uri="{FF2B5EF4-FFF2-40B4-BE49-F238E27FC236}">
                <a16:creationId xmlns:a16="http://schemas.microsoft.com/office/drawing/2014/main" id="{7C1E2920-9C33-068B-0264-4D74498BAF12}"/>
              </a:ext>
            </a:extLst>
          </p:cNvPr>
          <p:cNvCxnSpPr>
            <a:cxnSpLocks/>
          </p:cNvCxnSpPr>
          <p:nvPr/>
        </p:nvCxnSpPr>
        <p:spPr>
          <a:xfrm>
            <a:off x="2182761" y="2394154"/>
            <a:ext cx="28627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Connettore 2 68">
            <a:extLst>
              <a:ext uri="{FF2B5EF4-FFF2-40B4-BE49-F238E27FC236}">
                <a16:creationId xmlns:a16="http://schemas.microsoft.com/office/drawing/2014/main" id="{CE790188-589E-4A7F-2B61-C0A5BB7B4789}"/>
              </a:ext>
            </a:extLst>
          </p:cNvPr>
          <p:cNvCxnSpPr>
            <a:cxnSpLocks/>
          </p:cNvCxnSpPr>
          <p:nvPr/>
        </p:nvCxnSpPr>
        <p:spPr>
          <a:xfrm flipH="1">
            <a:off x="2182761" y="2807224"/>
            <a:ext cx="3060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C9B13494-D9CB-1A9C-B967-B01AE1F19DC8}"/>
              </a:ext>
            </a:extLst>
          </p:cNvPr>
          <p:cNvSpPr txBox="1"/>
          <p:nvPr/>
        </p:nvSpPr>
        <p:spPr>
          <a:xfrm>
            <a:off x="2870414" y="2100561"/>
            <a:ext cx="2362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Titillium web" panose="00000500000000000000" pitchFamily="2" charset="0"/>
              </a:rPr>
              <a:t>Patient Query Request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A999EF80-CDCD-E5E7-0A23-CBD9AC5ED7D2}"/>
              </a:ext>
            </a:extLst>
          </p:cNvPr>
          <p:cNvSpPr txBox="1"/>
          <p:nvPr/>
        </p:nvSpPr>
        <p:spPr>
          <a:xfrm>
            <a:off x="2831689" y="2523761"/>
            <a:ext cx="25201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Titillium web" panose="00000500000000000000" pitchFamily="2" charset="0"/>
              </a:rPr>
              <a:t>Patient Query Response</a:t>
            </a:r>
          </a:p>
        </p:txBody>
      </p:sp>
      <p:cxnSp>
        <p:nvCxnSpPr>
          <p:cNvPr id="72" name="Connettore 2 71">
            <a:extLst>
              <a:ext uri="{FF2B5EF4-FFF2-40B4-BE49-F238E27FC236}">
                <a16:creationId xmlns:a16="http://schemas.microsoft.com/office/drawing/2014/main" id="{2EFF161A-834B-E638-7856-B191E41D53F9}"/>
              </a:ext>
            </a:extLst>
          </p:cNvPr>
          <p:cNvCxnSpPr>
            <a:cxnSpLocks/>
          </p:cNvCxnSpPr>
          <p:nvPr/>
        </p:nvCxnSpPr>
        <p:spPr>
          <a:xfrm>
            <a:off x="2182761" y="3547314"/>
            <a:ext cx="28823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Connettore 2 72">
            <a:extLst>
              <a:ext uri="{FF2B5EF4-FFF2-40B4-BE49-F238E27FC236}">
                <a16:creationId xmlns:a16="http://schemas.microsoft.com/office/drawing/2014/main" id="{84BF4F54-1D05-6CEB-D0EA-39E812B8025E}"/>
              </a:ext>
            </a:extLst>
          </p:cNvPr>
          <p:cNvCxnSpPr>
            <a:cxnSpLocks/>
          </p:cNvCxnSpPr>
          <p:nvPr/>
        </p:nvCxnSpPr>
        <p:spPr>
          <a:xfrm flipH="1">
            <a:off x="2182761" y="3999272"/>
            <a:ext cx="30670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96709EBF-ECDB-03F8-180C-13BFF59810A8}"/>
              </a:ext>
            </a:extLst>
          </p:cNvPr>
          <p:cNvSpPr txBox="1"/>
          <p:nvPr/>
        </p:nvSpPr>
        <p:spPr>
          <a:xfrm>
            <a:off x="2883933" y="3246107"/>
            <a:ext cx="2362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Titillium web" panose="00000500000000000000" pitchFamily="2" charset="0"/>
              </a:rPr>
              <a:t>Insert Patient Request</a:t>
            </a:r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E9C654A5-29EF-42A4-F05E-8F79703A4292}"/>
              </a:ext>
            </a:extLst>
          </p:cNvPr>
          <p:cNvSpPr txBox="1"/>
          <p:nvPr/>
        </p:nvSpPr>
        <p:spPr>
          <a:xfrm>
            <a:off x="2841839" y="3723439"/>
            <a:ext cx="2362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Titillium web" panose="00000500000000000000" pitchFamily="2" charset="0"/>
              </a:rPr>
              <a:t>Insert Patient Response</a:t>
            </a:r>
          </a:p>
        </p:txBody>
      </p:sp>
      <p:cxnSp>
        <p:nvCxnSpPr>
          <p:cNvPr id="76" name="Connettore 2 75">
            <a:extLst>
              <a:ext uri="{FF2B5EF4-FFF2-40B4-BE49-F238E27FC236}">
                <a16:creationId xmlns:a16="http://schemas.microsoft.com/office/drawing/2014/main" id="{5788AF4C-818B-AE1A-0F40-BDD36793CD1C}"/>
              </a:ext>
            </a:extLst>
          </p:cNvPr>
          <p:cNvCxnSpPr>
            <a:cxnSpLocks/>
          </p:cNvCxnSpPr>
          <p:nvPr/>
        </p:nvCxnSpPr>
        <p:spPr>
          <a:xfrm>
            <a:off x="2182761" y="4734220"/>
            <a:ext cx="28823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2316AD90-100D-AD31-11AC-3CF75EBED06D}"/>
              </a:ext>
            </a:extLst>
          </p:cNvPr>
          <p:cNvSpPr txBox="1"/>
          <p:nvPr/>
        </p:nvSpPr>
        <p:spPr>
          <a:xfrm>
            <a:off x="2959666" y="4445699"/>
            <a:ext cx="27604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Titillium web" panose="00000500000000000000" pitchFamily="2" charset="0"/>
              </a:rPr>
              <a:t>Patient Subscription</a:t>
            </a:r>
          </a:p>
        </p:txBody>
      </p: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982D1038-1FF1-BDEA-3267-D12C79EC4BC9}"/>
              </a:ext>
            </a:extLst>
          </p:cNvPr>
          <p:cNvCxnSpPr>
            <a:cxnSpLocks/>
          </p:cNvCxnSpPr>
          <p:nvPr/>
        </p:nvCxnSpPr>
        <p:spPr>
          <a:xfrm flipV="1">
            <a:off x="2192593" y="5260245"/>
            <a:ext cx="2872562" cy="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Connettore 2 80">
            <a:extLst>
              <a:ext uri="{FF2B5EF4-FFF2-40B4-BE49-F238E27FC236}">
                <a16:creationId xmlns:a16="http://schemas.microsoft.com/office/drawing/2014/main" id="{69C945D8-1E5A-661D-9B39-6A39DF00770A}"/>
              </a:ext>
            </a:extLst>
          </p:cNvPr>
          <p:cNvCxnSpPr>
            <a:cxnSpLocks/>
          </p:cNvCxnSpPr>
          <p:nvPr/>
        </p:nvCxnSpPr>
        <p:spPr>
          <a:xfrm flipH="1">
            <a:off x="2182761" y="5673212"/>
            <a:ext cx="30799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CasellaDiTesto 82">
            <a:extLst>
              <a:ext uri="{FF2B5EF4-FFF2-40B4-BE49-F238E27FC236}">
                <a16:creationId xmlns:a16="http://schemas.microsoft.com/office/drawing/2014/main" id="{6BCC00DE-83CA-CE88-0BB0-3652FAFFAF4B}"/>
              </a:ext>
            </a:extLst>
          </p:cNvPr>
          <p:cNvSpPr txBox="1"/>
          <p:nvPr/>
        </p:nvSpPr>
        <p:spPr>
          <a:xfrm>
            <a:off x="2669615" y="5367895"/>
            <a:ext cx="33405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b="1" dirty="0">
                <a:solidFill>
                  <a:srgbClr val="FF0000"/>
                </a:solidFill>
                <a:latin typeface="Titillium web" panose="00000500000000000000" pitchFamily="2" charset="0"/>
              </a:rPr>
              <a:t>Riconcilia paziente Response</a:t>
            </a:r>
          </a:p>
        </p:txBody>
      </p:sp>
    </p:spTree>
    <p:extLst>
      <p:ext uri="{BB962C8B-B14F-4D97-AF65-F5344CB8AC3E}">
        <p14:creationId xmlns:p14="http://schemas.microsoft.com/office/powerpoint/2010/main" val="13152388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2378f6b-f1b0-4815-a8da-8a787c8cf5d3}" enabled="1" method="Privileged" siteId="{028226e0-99ea-4fab-9d1b-daa440c9e2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Titillium web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Bergamasco Stefano</dc:creator>
  <cp:lastModifiedBy>Bergamasco Stefano</cp:lastModifiedBy>
  <cp:revision>1</cp:revision>
  <dcterms:created xsi:type="dcterms:W3CDTF">2026-07-06T14:42:50Z</dcterms:created>
  <dcterms:modified xsi:type="dcterms:W3CDTF">2026-07-06T14:43:06Z</dcterms:modified>
</cp:coreProperties>
</file>