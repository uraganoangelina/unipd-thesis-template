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9E7"/>
    <a:srgbClr val="FFF6DD"/>
    <a:srgbClr val="93FFC4"/>
    <a:srgbClr val="AFFFD3"/>
    <a:srgbClr val="B3FFD5"/>
    <a:srgbClr val="3BFF94"/>
    <a:srgbClr val="53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58" autoAdjust="0"/>
  </p:normalViewPr>
  <p:slideViewPr>
    <p:cSldViewPr snapToGrid="0">
      <p:cViewPr varScale="1">
        <p:scale>
          <a:sx n="73" d="100"/>
          <a:sy n="73" d="100"/>
        </p:scale>
        <p:origin x="1042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CF73D-9D86-4477-9AC6-A65B12840032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B80BA-DC8B-4F9E-B446-0384AC9FC8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33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B80BA-DC8B-4F9E-B446-0384AC9FC80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135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2">
            <a:extLst>
              <a:ext uri="{FF2B5EF4-FFF2-40B4-BE49-F238E27FC236}">
                <a16:creationId xmlns:a16="http://schemas.microsoft.com/office/drawing/2014/main" id="{26CFDD0D-3F73-0587-8078-961282509280}"/>
              </a:ext>
            </a:extLst>
          </p:cNvPr>
          <p:cNvSpPr/>
          <p:nvPr/>
        </p:nvSpPr>
        <p:spPr>
          <a:xfrm>
            <a:off x="837271" y="1733004"/>
            <a:ext cx="2484956" cy="3299475"/>
          </a:xfrm>
          <a:prstGeom prst="rect">
            <a:avLst/>
          </a:prstGeom>
          <a:solidFill>
            <a:srgbClr val="00739D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25AF66D8-07DF-0544-4589-54DC991A2C48}"/>
              </a:ext>
            </a:extLst>
          </p:cNvPr>
          <p:cNvSpPr/>
          <p:nvPr/>
        </p:nvSpPr>
        <p:spPr>
          <a:xfrm>
            <a:off x="-17446" y="0"/>
            <a:ext cx="103426" cy="698541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Straight Connector 10">
            <a:extLst>
              <a:ext uri="{FF2B5EF4-FFF2-40B4-BE49-F238E27FC236}">
                <a16:creationId xmlns:a16="http://schemas.microsoft.com/office/drawing/2014/main" id="{4E114D10-FC2B-EF9A-5D45-EEEECB5CEFA1}"/>
              </a:ext>
            </a:extLst>
          </p:cNvPr>
          <p:cNvCxnSpPr>
            <a:cxnSpLocks/>
          </p:cNvCxnSpPr>
          <p:nvPr/>
        </p:nvCxnSpPr>
        <p:spPr>
          <a:xfrm flipH="1" flipV="1">
            <a:off x="288207" y="861940"/>
            <a:ext cx="11916000" cy="0"/>
          </a:xfrm>
          <a:prstGeom prst="line">
            <a:avLst/>
          </a:prstGeom>
          <a:ln>
            <a:solidFill>
              <a:schemeClr val="bg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0B1F6CDD-525D-7B30-808A-DD906D69638A}"/>
              </a:ext>
            </a:extLst>
          </p:cNvPr>
          <p:cNvCxnSpPr>
            <a:cxnSpLocks/>
          </p:cNvCxnSpPr>
          <p:nvPr/>
        </p:nvCxnSpPr>
        <p:spPr>
          <a:xfrm>
            <a:off x="536853" y="2302073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2">
            <a:extLst>
              <a:ext uri="{FF2B5EF4-FFF2-40B4-BE49-F238E27FC236}">
                <a16:creationId xmlns:a16="http://schemas.microsoft.com/office/drawing/2014/main" id="{BB80BB51-54E2-3E01-78A9-2094EEF7FFE8}"/>
              </a:ext>
            </a:extLst>
          </p:cNvPr>
          <p:cNvCxnSpPr>
            <a:cxnSpLocks/>
          </p:cNvCxnSpPr>
          <p:nvPr/>
        </p:nvCxnSpPr>
        <p:spPr>
          <a:xfrm>
            <a:off x="5110374" y="2302073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68">
            <a:extLst>
              <a:ext uri="{FF2B5EF4-FFF2-40B4-BE49-F238E27FC236}">
                <a16:creationId xmlns:a16="http://schemas.microsoft.com/office/drawing/2014/main" id="{D60F243E-CEE6-D80E-5C04-96689EFB83A1}"/>
              </a:ext>
            </a:extLst>
          </p:cNvPr>
          <p:cNvCxnSpPr>
            <a:cxnSpLocks/>
          </p:cNvCxnSpPr>
          <p:nvPr/>
        </p:nvCxnSpPr>
        <p:spPr>
          <a:xfrm>
            <a:off x="9682865" y="2302073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51">
            <a:extLst>
              <a:ext uri="{FF2B5EF4-FFF2-40B4-BE49-F238E27FC236}">
                <a16:creationId xmlns:a16="http://schemas.microsoft.com/office/drawing/2014/main" id="{08166F9D-74D5-86DC-E50F-4D64CC89C14D}"/>
              </a:ext>
            </a:extLst>
          </p:cNvPr>
          <p:cNvSpPr/>
          <p:nvPr/>
        </p:nvSpPr>
        <p:spPr>
          <a:xfrm>
            <a:off x="1171514" y="2432149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6A561C-CEEF-8C2A-770F-7587A90C733E}"/>
              </a:ext>
            </a:extLst>
          </p:cNvPr>
          <p:cNvSpPr txBox="1"/>
          <p:nvPr/>
        </p:nvSpPr>
        <p:spPr>
          <a:xfrm>
            <a:off x="1191339" y="2614450"/>
            <a:ext cx="181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Ospedale di Comunità</a:t>
            </a:r>
          </a:p>
          <a:p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6" name="Rectangle 51">
            <a:extLst>
              <a:ext uri="{FF2B5EF4-FFF2-40B4-BE49-F238E27FC236}">
                <a16:creationId xmlns:a16="http://schemas.microsoft.com/office/drawing/2014/main" id="{C240F5B2-1F49-5724-2247-B46E444E9AC7}"/>
              </a:ext>
            </a:extLst>
          </p:cNvPr>
          <p:cNvSpPr/>
          <p:nvPr/>
        </p:nvSpPr>
        <p:spPr>
          <a:xfrm>
            <a:off x="1176831" y="3222124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323C01-1263-9A3D-CD6A-EA18B97F0FF9}"/>
              </a:ext>
            </a:extLst>
          </p:cNvPr>
          <p:cNvSpPr txBox="1"/>
          <p:nvPr/>
        </p:nvSpPr>
        <p:spPr>
          <a:xfrm>
            <a:off x="1314876" y="710056"/>
            <a:ext cx="3295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Centrale Operativa Territoriale (COT)</a:t>
            </a:r>
          </a:p>
          <a:p>
            <a:endParaRPr lang="it-IT" sz="1400" dirty="0"/>
          </a:p>
        </p:txBody>
      </p:sp>
      <p:sp>
        <p:nvSpPr>
          <p:cNvPr id="2" name="Rectangle 51">
            <a:extLst>
              <a:ext uri="{FF2B5EF4-FFF2-40B4-BE49-F238E27FC236}">
                <a16:creationId xmlns:a16="http://schemas.microsoft.com/office/drawing/2014/main" id="{3F42378A-0802-A873-E9AD-85C23674B1F1}"/>
              </a:ext>
            </a:extLst>
          </p:cNvPr>
          <p:cNvSpPr/>
          <p:nvPr/>
        </p:nvSpPr>
        <p:spPr>
          <a:xfrm>
            <a:off x="1179915" y="4006681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F1EF8D1-BF8C-FE03-F1FB-E544B050B73B}"/>
              </a:ext>
            </a:extLst>
          </p:cNvPr>
          <p:cNvSpPr txBox="1"/>
          <p:nvPr/>
        </p:nvSpPr>
        <p:spPr>
          <a:xfrm>
            <a:off x="1201394" y="3410421"/>
            <a:ext cx="182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Unità Riab. Territoriale</a:t>
            </a:r>
          </a:p>
          <a:p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BEC35E-42E8-9D58-D0BE-D37FD61422C7}"/>
              </a:ext>
            </a:extLst>
          </p:cNvPr>
          <p:cNvSpPr txBox="1"/>
          <p:nvPr/>
        </p:nvSpPr>
        <p:spPr>
          <a:xfrm>
            <a:off x="1729639" y="4183564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Hospice</a:t>
            </a:r>
          </a:p>
          <a:p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28193E1E-8213-99A7-A215-9D094324D4C1}"/>
              </a:ext>
            </a:extLst>
          </p:cNvPr>
          <p:cNvSpPr/>
          <p:nvPr/>
        </p:nvSpPr>
        <p:spPr>
          <a:xfrm>
            <a:off x="536853" y="500240"/>
            <a:ext cx="10578721" cy="5884162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it-IT" sz="1600" b="1" cap="small" dirty="0">
              <a:solidFill>
                <a:srgbClr val="002060"/>
              </a:solidFill>
            </a:endParaRPr>
          </a:p>
        </p:txBody>
      </p:sp>
      <p:sp>
        <p:nvSpPr>
          <p:cNvPr id="28" name="Rettangolo con angoli arrotondati 111">
            <a:extLst>
              <a:ext uri="{FF2B5EF4-FFF2-40B4-BE49-F238E27FC236}">
                <a16:creationId xmlns:a16="http://schemas.microsoft.com/office/drawing/2014/main" id="{188F273D-7CB1-874E-0A7A-C9524C4A8637}"/>
              </a:ext>
            </a:extLst>
          </p:cNvPr>
          <p:cNvSpPr/>
          <p:nvPr/>
        </p:nvSpPr>
        <p:spPr>
          <a:xfrm>
            <a:off x="9360076" y="6495000"/>
            <a:ext cx="277530" cy="277530"/>
          </a:xfrm>
          <a:prstGeom prst="ellipse">
            <a:avLst/>
          </a:prstGeom>
          <a:solidFill>
            <a:srgbClr val="00739D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ttangolo con angoli arrotondati 122">
            <a:extLst>
              <a:ext uri="{FF2B5EF4-FFF2-40B4-BE49-F238E27FC236}">
                <a16:creationId xmlns:a16="http://schemas.microsoft.com/office/drawing/2014/main" id="{C3DD901E-5874-8A0E-419E-3FCED9F9C8BB}"/>
              </a:ext>
            </a:extLst>
          </p:cNvPr>
          <p:cNvSpPr/>
          <p:nvPr/>
        </p:nvSpPr>
        <p:spPr>
          <a:xfrm>
            <a:off x="9898987" y="6495000"/>
            <a:ext cx="277530" cy="277530"/>
          </a:xfrm>
          <a:prstGeom prst="ellipse">
            <a:avLst/>
          </a:prstGeom>
          <a:solidFill>
            <a:srgbClr val="0089BB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ttangolo con angoli arrotondati 123">
            <a:extLst>
              <a:ext uri="{FF2B5EF4-FFF2-40B4-BE49-F238E27FC236}">
                <a16:creationId xmlns:a16="http://schemas.microsoft.com/office/drawing/2014/main" id="{4A660BD4-964C-2EB4-EC95-E24D969B41CC}"/>
              </a:ext>
            </a:extLst>
          </p:cNvPr>
          <p:cNvSpPr/>
          <p:nvPr/>
        </p:nvSpPr>
        <p:spPr>
          <a:xfrm>
            <a:off x="10437898" y="6495000"/>
            <a:ext cx="277530" cy="277530"/>
          </a:xfrm>
          <a:prstGeom prst="ellipse">
            <a:avLst/>
          </a:prstGeom>
          <a:solidFill>
            <a:srgbClr val="00AF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ttangolo con angoli arrotondati 124">
            <a:extLst>
              <a:ext uri="{FF2B5EF4-FFF2-40B4-BE49-F238E27FC236}">
                <a16:creationId xmlns:a16="http://schemas.microsoft.com/office/drawing/2014/main" id="{56B845CB-ABA0-0FE2-3E50-8FCEEBF7EE88}"/>
              </a:ext>
            </a:extLst>
          </p:cNvPr>
          <p:cNvSpPr/>
          <p:nvPr/>
        </p:nvSpPr>
        <p:spPr>
          <a:xfrm>
            <a:off x="10976809" y="6495000"/>
            <a:ext cx="277530" cy="277530"/>
          </a:xfrm>
          <a:prstGeom prst="ellipse">
            <a:avLst/>
          </a:prstGeom>
          <a:solidFill>
            <a:schemeClr val="bg2">
              <a:lumMod val="25000"/>
            </a:schemeClr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ttangolo con angoli arrotondati 127">
            <a:extLst>
              <a:ext uri="{FF2B5EF4-FFF2-40B4-BE49-F238E27FC236}">
                <a16:creationId xmlns:a16="http://schemas.microsoft.com/office/drawing/2014/main" id="{F529A76B-5B81-DD01-7088-5DCB67C7D76A}"/>
              </a:ext>
            </a:extLst>
          </p:cNvPr>
          <p:cNvSpPr/>
          <p:nvPr/>
        </p:nvSpPr>
        <p:spPr>
          <a:xfrm>
            <a:off x="11451774" y="6495000"/>
            <a:ext cx="277530" cy="27753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ttangolo con angoli arrotondati 127">
            <a:extLst>
              <a:ext uri="{FF2B5EF4-FFF2-40B4-BE49-F238E27FC236}">
                <a16:creationId xmlns:a16="http://schemas.microsoft.com/office/drawing/2014/main" id="{1570F600-AE2C-9E10-719A-1DF970E835A3}"/>
              </a:ext>
            </a:extLst>
          </p:cNvPr>
          <p:cNvSpPr/>
          <p:nvPr/>
        </p:nvSpPr>
        <p:spPr>
          <a:xfrm>
            <a:off x="11874318" y="6495000"/>
            <a:ext cx="277530" cy="277530"/>
          </a:xfrm>
          <a:prstGeom prst="ellipse">
            <a:avLst/>
          </a:prstGeom>
          <a:solidFill>
            <a:srgbClr val="D8D8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92A0D5A-DD77-5D67-2A2A-4638C81B2BE4}"/>
              </a:ext>
            </a:extLst>
          </p:cNvPr>
          <p:cNvSpPr txBox="1"/>
          <p:nvPr/>
        </p:nvSpPr>
        <p:spPr>
          <a:xfrm>
            <a:off x="1092290" y="1771737"/>
            <a:ext cx="2040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Strutture di ricovero intermedie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8CA93273-DEEC-2DE4-3B00-CE4701852F1D}"/>
              </a:ext>
            </a:extLst>
          </p:cNvPr>
          <p:cNvSpPr/>
          <p:nvPr/>
        </p:nvSpPr>
        <p:spPr>
          <a:xfrm>
            <a:off x="3496837" y="1733004"/>
            <a:ext cx="2484956" cy="3296407"/>
          </a:xfrm>
          <a:prstGeom prst="rect">
            <a:avLst/>
          </a:prstGeom>
          <a:solidFill>
            <a:srgbClr val="0089BB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B2FCFA5-C422-4C26-0134-9B53E79871CD}"/>
              </a:ext>
            </a:extLst>
          </p:cNvPr>
          <p:cNvSpPr txBox="1"/>
          <p:nvPr/>
        </p:nvSpPr>
        <p:spPr>
          <a:xfrm>
            <a:off x="3732809" y="1798038"/>
            <a:ext cx="204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Assistenza domiciliare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13" name="Rectangle 51">
            <a:extLst>
              <a:ext uri="{FF2B5EF4-FFF2-40B4-BE49-F238E27FC236}">
                <a16:creationId xmlns:a16="http://schemas.microsoft.com/office/drawing/2014/main" id="{43965EF7-0DB1-D371-C8EC-5887FE9263F8}"/>
              </a:ext>
            </a:extLst>
          </p:cNvPr>
          <p:cNvSpPr/>
          <p:nvPr/>
        </p:nvSpPr>
        <p:spPr>
          <a:xfrm>
            <a:off x="3827351" y="2315118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51">
            <a:extLst>
              <a:ext uri="{FF2B5EF4-FFF2-40B4-BE49-F238E27FC236}">
                <a16:creationId xmlns:a16="http://schemas.microsoft.com/office/drawing/2014/main" id="{CF5F4B59-BF19-D816-FFFD-D016BDB50ED2}"/>
              </a:ext>
            </a:extLst>
          </p:cNvPr>
          <p:cNvSpPr/>
          <p:nvPr/>
        </p:nvSpPr>
        <p:spPr>
          <a:xfrm>
            <a:off x="3827351" y="3184588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1633AA88-71BF-8116-3C9A-F91E3CC49F62}"/>
              </a:ext>
            </a:extLst>
          </p:cNvPr>
          <p:cNvSpPr txBox="1"/>
          <p:nvPr/>
        </p:nvSpPr>
        <p:spPr>
          <a:xfrm>
            <a:off x="4065092" y="2498569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Cure domiciliari</a:t>
            </a:r>
          </a:p>
          <a:p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FC012614-63B2-AE83-5672-4C0C2306596F}"/>
              </a:ext>
            </a:extLst>
          </p:cNvPr>
          <p:cNvSpPr txBox="1"/>
          <p:nvPr/>
        </p:nvSpPr>
        <p:spPr>
          <a:xfrm>
            <a:off x="3963104" y="3264242"/>
            <a:ext cx="156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Cure palliative domiciliari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C8B7ED3C-4A93-12D3-8112-5B4EE633B557}"/>
              </a:ext>
            </a:extLst>
          </p:cNvPr>
          <p:cNvSpPr/>
          <p:nvPr/>
        </p:nvSpPr>
        <p:spPr>
          <a:xfrm>
            <a:off x="6153933" y="1726387"/>
            <a:ext cx="4393837" cy="3303024"/>
          </a:xfrm>
          <a:prstGeom prst="rect">
            <a:avLst/>
          </a:prstGeom>
          <a:solidFill>
            <a:srgbClr val="00AF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51">
            <a:extLst>
              <a:ext uri="{FF2B5EF4-FFF2-40B4-BE49-F238E27FC236}">
                <a16:creationId xmlns:a16="http://schemas.microsoft.com/office/drawing/2014/main" id="{E85A6670-BA40-7902-8EF2-D931A5912047}"/>
              </a:ext>
            </a:extLst>
          </p:cNvPr>
          <p:cNvSpPr/>
          <p:nvPr/>
        </p:nvSpPr>
        <p:spPr>
          <a:xfrm>
            <a:off x="6371406" y="2319439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51">
            <a:extLst>
              <a:ext uri="{FF2B5EF4-FFF2-40B4-BE49-F238E27FC236}">
                <a16:creationId xmlns:a16="http://schemas.microsoft.com/office/drawing/2014/main" id="{7BAAF595-9C52-50D4-0D57-38F85592B156}"/>
              </a:ext>
            </a:extLst>
          </p:cNvPr>
          <p:cNvSpPr/>
          <p:nvPr/>
        </p:nvSpPr>
        <p:spPr>
          <a:xfrm>
            <a:off x="6376300" y="3174120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1EA34988-0F39-9C8B-0C1B-1949E4B57DF4}"/>
              </a:ext>
            </a:extLst>
          </p:cNvPr>
          <p:cNvSpPr txBox="1"/>
          <p:nvPr/>
        </p:nvSpPr>
        <p:spPr>
          <a:xfrm>
            <a:off x="6920804" y="1801076"/>
            <a:ext cx="2908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Assistenza sociosanitaria primaria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EA01A272-A2C7-15B9-6384-0043A8FCB6B7}"/>
              </a:ext>
            </a:extLst>
          </p:cNvPr>
          <p:cNvSpPr txBox="1"/>
          <p:nvPr/>
        </p:nvSpPr>
        <p:spPr>
          <a:xfrm>
            <a:off x="6823551" y="2505867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MMG/PLS</a:t>
            </a:r>
          </a:p>
          <a:p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A88664C-C571-21DE-B912-390873D4462A}"/>
              </a:ext>
            </a:extLst>
          </p:cNvPr>
          <p:cNvSpPr txBox="1"/>
          <p:nvPr/>
        </p:nvSpPr>
        <p:spPr>
          <a:xfrm>
            <a:off x="6512823" y="3356513"/>
            <a:ext cx="156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AFT/UCCP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48" name="Rectangle 51">
            <a:extLst>
              <a:ext uri="{FF2B5EF4-FFF2-40B4-BE49-F238E27FC236}">
                <a16:creationId xmlns:a16="http://schemas.microsoft.com/office/drawing/2014/main" id="{08D3713E-6F8F-F2A3-2E90-68B51842DC38}"/>
              </a:ext>
            </a:extLst>
          </p:cNvPr>
          <p:cNvSpPr/>
          <p:nvPr/>
        </p:nvSpPr>
        <p:spPr>
          <a:xfrm>
            <a:off x="6371406" y="4032311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3F5B19AD-2BEF-AF8F-51FC-485C93C17C14}"/>
              </a:ext>
            </a:extLst>
          </p:cNvPr>
          <p:cNvSpPr txBox="1"/>
          <p:nvPr/>
        </p:nvSpPr>
        <p:spPr>
          <a:xfrm>
            <a:off x="6443078" y="4119304"/>
            <a:ext cx="1699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Unità Continuità Assistenziale (UCA)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29352E2E-98B9-E770-F819-33FA6DA3461F}"/>
              </a:ext>
            </a:extLst>
          </p:cNvPr>
          <p:cNvSpPr/>
          <p:nvPr/>
        </p:nvSpPr>
        <p:spPr>
          <a:xfrm>
            <a:off x="8522493" y="2319439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BF8754-2B97-9FA8-E4A1-B9D1667B209C}"/>
              </a:ext>
            </a:extLst>
          </p:cNvPr>
          <p:cNvSpPr/>
          <p:nvPr/>
        </p:nvSpPr>
        <p:spPr>
          <a:xfrm>
            <a:off x="8541568" y="3162598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3600F70E-2A3C-5A58-6CDE-F5BD15F4AAB3}"/>
              </a:ext>
            </a:extLst>
          </p:cNvPr>
          <p:cNvSpPr/>
          <p:nvPr/>
        </p:nvSpPr>
        <p:spPr>
          <a:xfrm>
            <a:off x="8541568" y="4032311"/>
            <a:ext cx="1823928" cy="63207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69275C30-B4D1-ED80-431C-92BF129BBBBF}"/>
              </a:ext>
            </a:extLst>
          </p:cNvPr>
          <p:cNvSpPr txBox="1"/>
          <p:nvPr/>
        </p:nvSpPr>
        <p:spPr>
          <a:xfrm>
            <a:off x="8612728" y="3259949"/>
            <a:ext cx="182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Infermiere di famiglia o di comunità (IFoC)</a:t>
            </a:r>
          </a:p>
          <a:p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FC242B44-948A-BDC4-1DCB-EBD3D8A0277B}"/>
              </a:ext>
            </a:extLst>
          </p:cNvPr>
          <p:cNvSpPr txBox="1"/>
          <p:nvPr/>
        </p:nvSpPr>
        <p:spPr>
          <a:xfrm>
            <a:off x="8593987" y="2404641"/>
            <a:ext cx="1699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Punto Unico di Accesso (PUA)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5396DCBC-7148-423A-073C-CCAFDB834B9C}"/>
              </a:ext>
            </a:extLst>
          </p:cNvPr>
          <p:cNvSpPr txBox="1"/>
          <p:nvPr/>
        </p:nvSpPr>
        <p:spPr>
          <a:xfrm>
            <a:off x="8585022" y="4211636"/>
            <a:ext cx="1717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Casa della Comunità</a:t>
            </a:r>
          </a:p>
          <a:p>
            <a:pPr algn="ctr"/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57" name="Rectangle 51">
            <a:extLst>
              <a:ext uri="{FF2B5EF4-FFF2-40B4-BE49-F238E27FC236}">
                <a16:creationId xmlns:a16="http://schemas.microsoft.com/office/drawing/2014/main" id="{63CFEF24-5CA8-A1CF-C607-A655F3B97FF2}"/>
              </a:ext>
            </a:extLst>
          </p:cNvPr>
          <p:cNvSpPr/>
          <p:nvPr/>
        </p:nvSpPr>
        <p:spPr>
          <a:xfrm>
            <a:off x="864027" y="850253"/>
            <a:ext cx="5117766" cy="638548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5B696219-3E01-36CA-261B-B19B5D2C4445}"/>
              </a:ext>
            </a:extLst>
          </p:cNvPr>
          <p:cNvSpPr txBox="1"/>
          <p:nvPr/>
        </p:nvSpPr>
        <p:spPr>
          <a:xfrm>
            <a:off x="2066028" y="1041176"/>
            <a:ext cx="2856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Centrale Operativa Territoriale (COT)</a:t>
            </a:r>
          </a:p>
          <a:p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Rectangle 51">
            <a:extLst>
              <a:ext uri="{FF2B5EF4-FFF2-40B4-BE49-F238E27FC236}">
                <a16:creationId xmlns:a16="http://schemas.microsoft.com/office/drawing/2014/main" id="{743675E8-3ECC-8F90-0E3B-2C839413692A}"/>
              </a:ext>
            </a:extLst>
          </p:cNvPr>
          <p:cNvSpPr/>
          <p:nvPr/>
        </p:nvSpPr>
        <p:spPr>
          <a:xfrm>
            <a:off x="6179951" y="857291"/>
            <a:ext cx="4367819" cy="638548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338B7E69-48FF-84A3-7BA7-0B1C908EE19A}"/>
              </a:ext>
            </a:extLst>
          </p:cNvPr>
          <p:cNvSpPr txBox="1"/>
          <p:nvPr/>
        </p:nvSpPr>
        <p:spPr>
          <a:xfrm>
            <a:off x="7381945" y="1036886"/>
            <a:ext cx="2086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Centrale Operativa 116117</a:t>
            </a:r>
          </a:p>
          <a:p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Rectangle 51">
            <a:extLst>
              <a:ext uri="{FF2B5EF4-FFF2-40B4-BE49-F238E27FC236}">
                <a16:creationId xmlns:a16="http://schemas.microsoft.com/office/drawing/2014/main" id="{349F382B-64F9-FC00-EE1F-17ED9110088B}"/>
              </a:ext>
            </a:extLst>
          </p:cNvPr>
          <p:cNvSpPr/>
          <p:nvPr/>
        </p:nvSpPr>
        <p:spPr>
          <a:xfrm>
            <a:off x="837271" y="5301075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51">
            <a:extLst>
              <a:ext uri="{FF2B5EF4-FFF2-40B4-BE49-F238E27FC236}">
                <a16:creationId xmlns:a16="http://schemas.microsoft.com/office/drawing/2014/main" id="{C716F0E6-173E-4429-F239-DF6FA2C3634E}"/>
              </a:ext>
            </a:extLst>
          </p:cNvPr>
          <p:cNvSpPr/>
          <p:nvPr/>
        </p:nvSpPr>
        <p:spPr>
          <a:xfrm>
            <a:off x="2810192" y="5308122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51">
            <a:extLst>
              <a:ext uri="{FF2B5EF4-FFF2-40B4-BE49-F238E27FC236}">
                <a16:creationId xmlns:a16="http://schemas.microsoft.com/office/drawing/2014/main" id="{A86D097D-E9C9-3B0C-4381-EA74CC0002D0}"/>
              </a:ext>
            </a:extLst>
          </p:cNvPr>
          <p:cNvSpPr/>
          <p:nvPr/>
        </p:nvSpPr>
        <p:spPr>
          <a:xfrm>
            <a:off x="4792607" y="5308122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51">
            <a:extLst>
              <a:ext uri="{FF2B5EF4-FFF2-40B4-BE49-F238E27FC236}">
                <a16:creationId xmlns:a16="http://schemas.microsoft.com/office/drawing/2014/main" id="{60557F9E-A429-C44E-665B-C9DEC94D9082}"/>
              </a:ext>
            </a:extLst>
          </p:cNvPr>
          <p:cNvSpPr/>
          <p:nvPr/>
        </p:nvSpPr>
        <p:spPr>
          <a:xfrm>
            <a:off x="6775022" y="5308122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51">
            <a:extLst>
              <a:ext uri="{FF2B5EF4-FFF2-40B4-BE49-F238E27FC236}">
                <a16:creationId xmlns:a16="http://schemas.microsoft.com/office/drawing/2014/main" id="{89624919-7E5E-0F31-0061-5B5F5CB9C888}"/>
              </a:ext>
            </a:extLst>
          </p:cNvPr>
          <p:cNvSpPr/>
          <p:nvPr/>
        </p:nvSpPr>
        <p:spPr>
          <a:xfrm>
            <a:off x="8749860" y="5308122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F33342E9-833C-CB21-65BC-E6F9D32087C1}"/>
              </a:ext>
            </a:extLst>
          </p:cNvPr>
          <p:cNvSpPr txBox="1"/>
          <p:nvPr/>
        </p:nvSpPr>
        <p:spPr>
          <a:xfrm>
            <a:off x="864027" y="5393888"/>
            <a:ext cx="182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Infanzia, adolescenza e famiglia (IAF)</a:t>
            </a:r>
          </a:p>
          <a:p>
            <a:pPr algn="ctr"/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BF145993-1188-71B5-738F-AEDDAC0C84A4}"/>
              </a:ext>
            </a:extLst>
          </p:cNvPr>
          <p:cNvSpPr txBox="1"/>
          <p:nvPr/>
        </p:nvSpPr>
        <p:spPr>
          <a:xfrm>
            <a:off x="2833656" y="5410733"/>
            <a:ext cx="182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Centro Salute Mentale (CSM)</a:t>
            </a:r>
          </a:p>
          <a:p>
            <a:pPr algn="ctr"/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600C669D-6BA2-1CBA-BA8A-0C503FD5FE81}"/>
              </a:ext>
            </a:extLst>
          </p:cNvPr>
          <p:cNvSpPr txBox="1"/>
          <p:nvPr/>
        </p:nvSpPr>
        <p:spPr>
          <a:xfrm>
            <a:off x="4792606" y="5399879"/>
            <a:ext cx="182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Dipartimento di Prevenzione</a:t>
            </a:r>
          </a:p>
          <a:p>
            <a:pPr algn="ctr"/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A82C9636-D257-A6C9-C61D-DCB52D1C98EC}"/>
              </a:ext>
            </a:extLst>
          </p:cNvPr>
          <p:cNvSpPr txBox="1"/>
          <p:nvPr/>
        </p:nvSpPr>
        <p:spPr>
          <a:xfrm>
            <a:off x="6788485" y="5476074"/>
            <a:ext cx="1823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</a:t>
            </a:r>
          </a:p>
          <a:p>
            <a:pPr algn="ctr"/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63375CB7-91D3-EA49-4E2A-1538E6D8DC95}"/>
              </a:ext>
            </a:extLst>
          </p:cNvPr>
          <p:cNvSpPr txBox="1"/>
          <p:nvPr/>
        </p:nvSpPr>
        <p:spPr>
          <a:xfrm>
            <a:off x="8757437" y="5408210"/>
            <a:ext cx="182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Ambiti Territoriali Sociali (ATS)</a:t>
            </a:r>
          </a:p>
          <a:p>
            <a:pPr algn="ctr"/>
            <a:endParaRPr lang="it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5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FC63-7D66-AD41-AD07-B556901A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tangolo 49">
            <a:extLst>
              <a:ext uri="{FF2B5EF4-FFF2-40B4-BE49-F238E27FC236}">
                <a16:creationId xmlns:a16="http://schemas.microsoft.com/office/drawing/2014/main" id="{9BD2D69A-7160-7D7F-2667-DB7F0A486A0B}"/>
              </a:ext>
            </a:extLst>
          </p:cNvPr>
          <p:cNvSpPr/>
          <p:nvPr/>
        </p:nvSpPr>
        <p:spPr>
          <a:xfrm>
            <a:off x="-17446" y="0"/>
            <a:ext cx="103426" cy="698541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Straight Connector 10">
            <a:extLst>
              <a:ext uri="{FF2B5EF4-FFF2-40B4-BE49-F238E27FC236}">
                <a16:creationId xmlns:a16="http://schemas.microsoft.com/office/drawing/2014/main" id="{D72A04E3-A899-D03B-67A4-3B8EDF0B7E03}"/>
              </a:ext>
            </a:extLst>
          </p:cNvPr>
          <p:cNvCxnSpPr>
            <a:cxnSpLocks/>
          </p:cNvCxnSpPr>
          <p:nvPr/>
        </p:nvCxnSpPr>
        <p:spPr>
          <a:xfrm flipH="1" flipV="1">
            <a:off x="288207" y="861940"/>
            <a:ext cx="11916000" cy="0"/>
          </a:xfrm>
          <a:prstGeom prst="line">
            <a:avLst/>
          </a:prstGeom>
          <a:ln>
            <a:solidFill>
              <a:schemeClr val="bg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5D420F47-ABE8-6DCE-088F-1055F1007CCB}"/>
              </a:ext>
            </a:extLst>
          </p:cNvPr>
          <p:cNvCxnSpPr>
            <a:cxnSpLocks/>
          </p:cNvCxnSpPr>
          <p:nvPr/>
        </p:nvCxnSpPr>
        <p:spPr>
          <a:xfrm>
            <a:off x="288207" y="1019700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2">
            <a:extLst>
              <a:ext uri="{FF2B5EF4-FFF2-40B4-BE49-F238E27FC236}">
                <a16:creationId xmlns:a16="http://schemas.microsoft.com/office/drawing/2014/main" id="{DFB391DE-3C79-9470-A0C4-66BD92AC2240}"/>
              </a:ext>
            </a:extLst>
          </p:cNvPr>
          <p:cNvCxnSpPr>
            <a:cxnSpLocks/>
          </p:cNvCxnSpPr>
          <p:nvPr/>
        </p:nvCxnSpPr>
        <p:spPr>
          <a:xfrm>
            <a:off x="4861728" y="1019700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68">
            <a:extLst>
              <a:ext uri="{FF2B5EF4-FFF2-40B4-BE49-F238E27FC236}">
                <a16:creationId xmlns:a16="http://schemas.microsoft.com/office/drawing/2014/main" id="{D3004D07-791F-704B-50E7-4C734B00F76E}"/>
              </a:ext>
            </a:extLst>
          </p:cNvPr>
          <p:cNvCxnSpPr>
            <a:cxnSpLocks/>
          </p:cNvCxnSpPr>
          <p:nvPr/>
        </p:nvCxnSpPr>
        <p:spPr>
          <a:xfrm>
            <a:off x="9434219" y="1019700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272F7A3B-94E9-5E62-3F36-9D66D303A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5"/>
          <a:stretch>
            <a:fillRect/>
          </a:stretch>
        </p:blipFill>
        <p:spPr>
          <a:xfrm>
            <a:off x="288207" y="55556"/>
            <a:ext cx="6644704" cy="6497074"/>
          </a:xfrm>
          <a:prstGeom prst="rect">
            <a:avLst/>
          </a:prstGeom>
        </p:spPr>
      </p:pic>
      <p:grpSp>
        <p:nvGrpSpPr>
          <p:cNvPr id="70" name="Group 57">
            <a:extLst>
              <a:ext uri="{FF2B5EF4-FFF2-40B4-BE49-F238E27FC236}">
                <a16:creationId xmlns:a16="http://schemas.microsoft.com/office/drawing/2014/main" id="{899E520C-C1BA-AC5A-2101-22E79FC50B4D}"/>
              </a:ext>
            </a:extLst>
          </p:cNvPr>
          <p:cNvGrpSpPr/>
          <p:nvPr/>
        </p:nvGrpSpPr>
        <p:grpSpPr>
          <a:xfrm>
            <a:off x="1610957" y="4689987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71" name="Oval 42">
              <a:extLst>
                <a:ext uri="{FF2B5EF4-FFF2-40B4-BE49-F238E27FC236}">
                  <a16:creationId xmlns:a16="http://schemas.microsoft.com/office/drawing/2014/main" id="{FEA03224-ADA1-BA31-FF52-789FD4D35082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2" name="Picture 39">
              <a:extLst>
                <a:ext uri="{FF2B5EF4-FFF2-40B4-BE49-F238E27FC236}">
                  <a16:creationId xmlns:a16="http://schemas.microsoft.com/office/drawing/2014/main" id="{80A46FFB-3C8A-A1AF-6004-6EEF934FC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45" name="Group 57">
            <a:extLst>
              <a:ext uri="{FF2B5EF4-FFF2-40B4-BE49-F238E27FC236}">
                <a16:creationId xmlns:a16="http://schemas.microsoft.com/office/drawing/2014/main" id="{D6EDD5D9-03D5-3FE3-728D-65F7EE43DD9E}"/>
              </a:ext>
            </a:extLst>
          </p:cNvPr>
          <p:cNvGrpSpPr/>
          <p:nvPr/>
        </p:nvGrpSpPr>
        <p:grpSpPr>
          <a:xfrm>
            <a:off x="4550655" y="4006970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46" name="Oval 42">
              <a:extLst>
                <a:ext uri="{FF2B5EF4-FFF2-40B4-BE49-F238E27FC236}">
                  <a16:creationId xmlns:a16="http://schemas.microsoft.com/office/drawing/2014/main" id="{DC227754-F6CC-B3B7-2290-8772B41EA715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7" name="Picture 39">
              <a:extLst>
                <a:ext uri="{FF2B5EF4-FFF2-40B4-BE49-F238E27FC236}">
                  <a16:creationId xmlns:a16="http://schemas.microsoft.com/office/drawing/2014/main" id="{89EA33D3-FCAB-ABEC-2370-1B219E33E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48" name="Group 57">
            <a:extLst>
              <a:ext uri="{FF2B5EF4-FFF2-40B4-BE49-F238E27FC236}">
                <a16:creationId xmlns:a16="http://schemas.microsoft.com/office/drawing/2014/main" id="{33A9F484-42F0-42EB-57AD-E4B28B2635B0}"/>
              </a:ext>
            </a:extLst>
          </p:cNvPr>
          <p:cNvGrpSpPr/>
          <p:nvPr/>
        </p:nvGrpSpPr>
        <p:grpSpPr>
          <a:xfrm>
            <a:off x="4270258" y="2478150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49" name="Oval 42">
              <a:extLst>
                <a:ext uri="{FF2B5EF4-FFF2-40B4-BE49-F238E27FC236}">
                  <a16:creationId xmlns:a16="http://schemas.microsoft.com/office/drawing/2014/main" id="{DB775CA1-AFB9-1FE6-134C-10032ABF3366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2" name="Picture 39">
              <a:extLst>
                <a:ext uri="{FF2B5EF4-FFF2-40B4-BE49-F238E27FC236}">
                  <a16:creationId xmlns:a16="http://schemas.microsoft.com/office/drawing/2014/main" id="{976930DA-0B14-435E-4A44-2F23541D1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3" name="Group 57">
            <a:extLst>
              <a:ext uri="{FF2B5EF4-FFF2-40B4-BE49-F238E27FC236}">
                <a16:creationId xmlns:a16="http://schemas.microsoft.com/office/drawing/2014/main" id="{473AF26F-F190-295E-62B2-FB46940D8D0A}"/>
              </a:ext>
            </a:extLst>
          </p:cNvPr>
          <p:cNvGrpSpPr/>
          <p:nvPr/>
        </p:nvGrpSpPr>
        <p:grpSpPr>
          <a:xfrm>
            <a:off x="5950472" y="3304093"/>
            <a:ext cx="591469" cy="609599"/>
            <a:chOff x="1521640" y="1054806"/>
            <a:chExt cx="1206931" cy="120693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4" name="Oval 42">
              <a:extLst>
                <a:ext uri="{FF2B5EF4-FFF2-40B4-BE49-F238E27FC236}">
                  <a16:creationId xmlns:a16="http://schemas.microsoft.com/office/drawing/2014/main" id="{26A6A11C-C32F-F5AC-7078-95243B36A9AC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5" name="Picture 39">
              <a:extLst>
                <a:ext uri="{FF2B5EF4-FFF2-40B4-BE49-F238E27FC236}">
                  <a16:creationId xmlns:a16="http://schemas.microsoft.com/office/drawing/2014/main" id="{A5C47FEB-0AEC-290A-5845-0C8EAFC72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9" name="Group 57">
            <a:extLst>
              <a:ext uri="{FF2B5EF4-FFF2-40B4-BE49-F238E27FC236}">
                <a16:creationId xmlns:a16="http://schemas.microsoft.com/office/drawing/2014/main" id="{56F71A26-DD50-FD6F-5CA5-DBDA3DABECA1}"/>
              </a:ext>
            </a:extLst>
          </p:cNvPr>
          <p:cNvGrpSpPr/>
          <p:nvPr/>
        </p:nvGrpSpPr>
        <p:grpSpPr>
          <a:xfrm>
            <a:off x="3967521" y="1521710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0" name="Oval 42">
              <a:extLst>
                <a:ext uri="{FF2B5EF4-FFF2-40B4-BE49-F238E27FC236}">
                  <a16:creationId xmlns:a16="http://schemas.microsoft.com/office/drawing/2014/main" id="{5CA81D89-D9DB-B174-9728-FAE44104C5D4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1" name="Picture 39">
              <a:extLst>
                <a:ext uri="{FF2B5EF4-FFF2-40B4-BE49-F238E27FC236}">
                  <a16:creationId xmlns:a16="http://schemas.microsoft.com/office/drawing/2014/main" id="{275D4FF6-6941-8E43-4D29-A8E853663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62" name="Group 57">
            <a:extLst>
              <a:ext uri="{FF2B5EF4-FFF2-40B4-BE49-F238E27FC236}">
                <a16:creationId xmlns:a16="http://schemas.microsoft.com/office/drawing/2014/main" id="{B07B9C76-8680-750E-5735-011AF37A90B2}"/>
              </a:ext>
            </a:extLst>
          </p:cNvPr>
          <p:cNvGrpSpPr/>
          <p:nvPr/>
        </p:nvGrpSpPr>
        <p:grpSpPr>
          <a:xfrm>
            <a:off x="2024472" y="2348685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3" name="Oval 42">
              <a:extLst>
                <a:ext uri="{FF2B5EF4-FFF2-40B4-BE49-F238E27FC236}">
                  <a16:creationId xmlns:a16="http://schemas.microsoft.com/office/drawing/2014/main" id="{8C6D6F47-E530-2A8E-57DE-3C51D4C64DFB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4" name="Picture 39">
              <a:extLst>
                <a:ext uri="{FF2B5EF4-FFF2-40B4-BE49-F238E27FC236}">
                  <a16:creationId xmlns:a16="http://schemas.microsoft.com/office/drawing/2014/main" id="{9EEBC38E-BE1B-E2D2-476A-FA21FEC2D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65" name="Group 57">
            <a:extLst>
              <a:ext uri="{FF2B5EF4-FFF2-40B4-BE49-F238E27FC236}">
                <a16:creationId xmlns:a16="http://schemas.microsoft.com/office/drawing/2014/main" id="{FB0F805B-2ED9-48A7-7A3C-C83EABFD5D20}"/>
              </a:ext>
            </a:extLst>
          </p:cNvPr>
          <p:cNvGrpSpPr/>
          <p:nvPr/>
        </p:nvGrpSpPr>
        <p:grpSpPr>
          <a:xfrm>
            <a:off x="2055343" y="3492708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6" name="Oval 42">
              <a:extLst>
                <a:ext uri="{FF2B5EF4-FFF2-40B4-BE49-F238E27FC236}">
                  <a16:creationId xmlns:a16="http://schemas.microsoft.com/office/drawing/2014/main" id="{2B2957F4-82EC-A814-36A9-385E9A4431C6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5" name="Picture 39">
              <a:extLst>
                <a:ext uri="{FF2B5EF4-FFF2-40B4-BE49-F238E27FC236}">
                  <a16:creationId xmlns:a16="http://schemas.microsoft.com/office/drawing/2014/main" id="{0D23AE28-398C-4840-DF8A-684AC379E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76" name="Group 57">
            <a:extLst>
              <a:ext uri="{FF2B5EF4-FFF2-40B4-BE49-F238E27FC236}">
                <a16:creationId xmlns:a16="http://schemas.microsoft.com/office/drawing/2014/main" id="{34AFF011-8526-E85F-02BD-F701FDC199C9}"/>
              </a:ext>
            </a:extLst>
          </p:cNvPr>
          <p:cNvGrpSpPr/>
          <p:nvPr/>
        </p:nvGrpSpPr>
        <p:grpSpPr>
          <a:xfrm>
            <a:off x="4227438" y="5712991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7" name="Oval 42">
              <a:extLst>
                <a:ext uri="{FF2B5EF4-FFF2-40B4-BE49-F238E27FC236}">
                  <a16:creationId xmlns:a16="http://schemas.microsoft.com/office/drawing/2014/main" id="{19AB1E6E-123D-BEB5-E601-55E91B6A862A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9" name="Picture 39">
              <a:extLst>
                <a:ext uri="{FF2B5EF4-FFF2-40B4-BE49-F238E27FC236}">
                  <a16:creationId xmlns:a16="http://schemas.microsoft.com/office/drawing/2014/main" id="{FB120E64-5D61-9738-ED70-AA6F64EDC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81" name="Gruppo 80">
            <a:extLst>
              <a:ext uri="{FF2B5EF4-FFF2-40B4-BE49-F238E27FC236}">
                <a16:creationId xmlns:a16="http://schemas.microsoft.com/office/drawing/2014/main" id="{5D44D72F-932E-65C7-F3CE-E94581AE3CDD}"/>
              </a:ext>
            </a:extLst>
          </p:cNvPr>
          <p:cNvGrpSpPr/>
          <p:nvPr/>
        </p:nvGrpSpPr>
        <p:grpSpPr>
          <a:xfrm>
            <a:off x="3608014" y="2904790"/>
            <a:ext cx="619424" cy="596526"/>
            <a:chOff x="11316104" y="2010483"/>
            <a:chExt cx="619424" cy="596526"/>
          </a:xfrm>
        </p:grpSpPr>
        <p:sp>
          <p:nvSpPr>
            <p:cNvPr id="73" name="Oval 43">
              <a:extLst>
                <a:ext uri="{FF2B5EF4-FFF2-40B4-BE49-F238E27FC236}">
                  <a16:creationId xmlns:a16="http://schemas.microsoft.com/office/drawing/2014/main" id="{00AB6FC7-BC05-9229-9A7E-5C3E5EED80B1}"/>
                </a:ext>
              </a:extLst>
            </p:cNvPr>
            <p:cNvSpPr/>
            <p:nvPr/>
          </p:nvSpPr>
          <p:spPr>
            <a:xfrm>
              <a:off x="11316104" y="2010483"/>
              <a:ext cx="619424" cy="596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9" name="Picture 1">
              <a:extLst>
                <a:ext uri="{FF2B5EF4-FFF2-40B4-BE49-F238E27FC236}">
                  <a16:creationId xmlns:a16="http://schemas.microsoft.com/office/drawing/2014/main" id="{6E308550-E0E4-2BD5-A532-DA8168DA2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464098" y="2130938"/>
              <a:ext cx="362763" cy="362763"/>
            </a:xfrm>
            <a:prstGeom prst="rect">
              <a:avLst/>
            </a:prstGeom>
          </p:spPr>
        </p:pic>
      </p:grpSp>
      <p:grpSp>
        <p:nvGrpSpPr>
          <p:cNvPr id="87" name="Gruppo 86">
            <a:extLst>
              <a:ext uri="{FF2B5EF4-FFF2-40B4-BE49-F238E27FC236}">
                <a16:creationId xmlns:a16="http://schemas.microsoft.com/office/drawing/2014/main" id="{ED988AE0-8D2D-E1E8-5656-9A4EE66BCE30}"/>
              </a:ext>
            </a:extLst>
          </p:cNvPr>
          <p:cNvGrpSpPr/>
          <p:nvPr/>
        </p:nvGrpSpPr>
        <p:grpSpPr>
          <a:xfrm>
            <a:off x="4558990" y="4668278"/>
            <a:ext cx="619424" cy="596526"/>
            <a:chOff x="11316104" y="2010483"/>
            <a:chExt cx="619424" cy="596526"/>
          </a:xfrm>
        </p:grpSpPr>
        <p:sp>
          <p:nvSpPr>
            <p:cNvPr id="88" name="Oval 43">
              <a:extLst>
                <a:ext uri="{FF2B5EF4-FFF2-40B4-BE49-F238E27FC236}">
                  <a16:creationId xmlns:a16="http://schemas.microsoft.com/office/drawing/2014/main" id="{10B74AA2-1FE7-3919-8939-21B1B39D8BCB}"/>
                </a:ext>
              </a:extLst>
            </p:cNvPr>
            <p:cNvSpPr/>
            <p:nvPr/>
          </p:nvSpPr>
          <p:spPr>
            <a:xfrm>
              <a:off x="11316104" y="2010483"/>
              <a:ext cx="619424" cy="596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3" name="Picture 1">
              <a:extLst>
                <a:ext uri="{FF2B5EF4-FFF2-40B4-BE49-F238E27FC236}">
                  <a16:creationId xmlns:a16="http://schemas.microsoft.com/office/drawing/2014/main" id="{AF41B236-C2C8-EC86-A6A2-66D574245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464098" y="2130938"/>
              <a:ext cx="362763" cy="362763"/>
            </a:xfrm>
            <a:prstGeom prst="rect">
              <a:avLst/>
            </a:prstGeom>
          </p:spPr>
        </p:pic>
      </p:grpSp>
      <p:grpSp>
        <p:nvGrpSpPr>
          <p:cNvPr id="94" name="Group 57">
            <a:extLst>
              <a:ext uri="{FF2B5EF4-FFF2-40B4-BE49-F238E27FC236}">
                <a16:creationId xmlns:a16="http://schemas.microsoft.com/office/drawing/2014/main" id="{987C4539-1A29-3EB2-5D35-951844C31C98}"/>
              </a:ext>
            </a:extLst>
          </p:cNvPr>
          <p:cNvGrpSpPr/>
          <p:nvPr/>
        </p:nvGrpSpPr>
        <p:grpSpPr>
          <a:xfrm>
            <a:off x="6758307" y="3834282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95" name="Oval 42">
              <a:extLst>
                <a:ext uri="{FF2B5EF4-FFF2-40B4-BE49-F238E27FC236}">
                  <a16:creationId xmlns:a16="http://schemas.microsoft.com/office/drawing/2014/main" id="{94837679-D5C3-34F4-3F6B-293957C9CAB9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" name="Picture 39">
              <a:extLst>
                <a:ext uri="{FF2B5EF4-FFF2-40B4-BE49-F238E27FC236}">
                  <a16:creationId xmlns:a16="http://schemas.microsoft.com/office/drawing/2014/main" id="{F3BE6869-A8AF-5E3C-B63B-D2C900CBB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51" name="TextBox 76">
            <a:extLst>
              <a:ext uri="{FF2B5EF4-FFF2-40B4-BE49-F238E27FC236}">
                <a16:creationId xmlns:a16="http://schemas.microsoft.com/office/drawing/2014/main" id="{6A5FCF34-985E-D534-6814-4C7E4D1B26EE}"/>
              </a:ext>
            </a:extLst>
          </p:cNvPr>
          <p:cNvSpPr txBox="1"/>
          <p:nvPr/>
        </p:nvSpPr>
        <p:spPr>
          <a:xfrm>
            <a:off x="7387911" y="3981481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8489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COT, ADI, ODC, URT, HOSPICE</a:t>
            </a:r>
          </a:p>
        </p:txBody>
      </p:sp>
      <p:grpSp>
        <p:nvGrpSpPr>
          <p:cNvPr id="97" name="Group 57">
            <a:extLst>
              <a:ext uri="{FF2B5EF4-FFF2-40B4-BE49-F238E27FC236}">
                <a16:creationId xmlns:a16="http://schemas.microsoft.com/office/drawing/2014/main" id="{EE86A80A-3007-0C16-8DDA-BDFDADCDE520}"/>
              </a:ext>
            </a:extLst>
          </p:cNvPr>
          <p:cNvGrpSpPr/>
          <p:nvPr/>
        </p:nvGrpSpPr>
        <p:grpSpPr>
          <a:xfrm>
            <a:off x="6768959" y="4573703"/>
            <a:ext cx="591469" cy="609599"/>
            <a:chOff x="1521640" y="1054806"/>
            <a:chExt cx="1206931" cy="120693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8" name="Oval 42">
              <a:extLst>
                <a:ext uri="{FF2B5EF4-FFF2-40B4-BE49-F238E27FC236}">
                  <a16:creationId xmlns:a16="http://schemas.microsoft.com/office/drawing/2014/main" id="{98B36D97-E14C-45FF-C102-3712A3AEDDC0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9" name="Picture 39">
              <a:extLst>
                <a:ext uri="{FF2B5EF4-FFF2-40B4-BE49-F238E27FC236}">
                  <a16:creationId xmlns:a16="http://schemas.microsoft.com/office/drawing/2014/main" id="{EF1AF89E-A1CF-4F8C-A6A5-5F60A77D6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00" name="Group 57">
            <a:extLst>
              <a:ext uri="{FF2B5EF4-FFF2-40B4-BE49-F238E27FC236}">
                <a16:creationId xmlns:a16="http://schemas.microsoft.com/office/drawing/2014/main" id="{DB15F923-5A93-8E72-554F-5023B1472B89}"/>
              </a:ext>
            </a:extLst>
          </p:cNvPr>
          <p:cNvGrpSpPr/>
          <p:nvPr/>
        </p:nvGrpSpPr>
        <p:grpSpPr>
          <a:xfrm>
            <a:off x="6768959" y="5311443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01" name="Oval 42">
              <a:extLst>
                <a:ext uri="{FF2B5EF4-FFF2-40B4-BE49-F238E27FC236}">
                  <a16:creationId xmlns:a16="http://schemas.microsoft.com/office/drawing/2014/main" id="{541576EB-7E44-BBC4-3FD1-418B52766C07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" name="Picture 39">
              <a:extLst>
                <a:ext uri="{FF2B5EF4-FFF2-40B4-BE49-F238E27FC236}">
                  <a16:creationId xmlns:a16="http://schemas.microsoft.com/office/drawing/2014/main" id="{F2535482-7462-03E3-9602-2EF8B18A9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520A6839-CD04-8623-5F4D-ADCB6AA71D78}"/>
              </a:ext>
            </a:extLst>
          </p:cNvPr>
          <p:cNvGrpSpPr/>
          <p:nvPr/>
        </p:nvGrpSpPr>
        <p:grpSpPr>
          <a:xfrm>
            <a:off x="6757360" y="6056747"/>
            <a:ext cx="619424" cy="596526"/>
            <a:chOff x="11316104" y="2010483"/>
            <a:chExt cx="619424" cy="596526"/>
          </a:xfrm>
        </p:grpSpPr>
        <p:sp>
          <p:nvSpPr>
            <p:cNvPr id="104" name="Oval 43">
              <a:extLst>
                <a:ext uri="{FF2B5EF4-FFF2-40B4-BE49-F238E27FC236}">
                  <a16:creationId xmlns:a16="http://schemas.microsoft.com/office/drawing/2014/main" id="{5C8F6952-7E7C-BD53-4B09-68754FDD819B}"/>
                </a:ext>
              </a:extLst>
            </p:cNvPr>
            <p:cNvSpPr/>
            <p:nvPr/>
          </p:nvSpPr>
          <p:spPr>
            <a:xfrm>
              <a:off x="11316104" y="2010483"/>
              <a:ext cx="619424" cy="596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" name="Picture 1">
              <a:extLst>
                <a:ext uri="{FF2B5EF4-FFF2-40B4-BE49-F238E27FC236}">
                  <a16:creationId xmlns:a16="http://schemas.microsoft.com/office/drawing/2014/main" id="{410FBC86-0DA9-4F8C-0BF3-43D8A1088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464098" y="2130938"/>
              <a:ext cx="362763" cy="362763"/>
            </a:xfrm>
            <a:prstGeom prst="rect">
              <a:avLst/>
            </a:prstGeom>
          </p:spPr>
        </p:pic>
      </p:grpSp>
      <p:sp>
        <p:nvSpPr>
          <p:cNvPr id="106" name="TextBox 76">
            <a:extLst>
              <a:ext uri="{FF2B5EF4-FFF2-40B4-BE49-F238E27FC236}">
                <a16:creationId xmlns:a16="http://schemas.microsoft.com/office/drawing/2014/main" id="{F5FD57C0-28C1-B2C6-B022-B4C179327ECE}"/>
              </a:ext>
            </a:extLst>
          </p:cNvPr>
          <p:cNvSpPr txBox="1"/>
          <p:nvPr/>
        </p:nvSpPr>
        <p:spPr>
          <a:xfrm>
            <a:off x="7387911" y="4740002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8489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COT, ADI</a:t>
            </a:r>
          </a:p>
        </p:txBody>
      </p:sp>
      <p:sp>
        <p:nvSpPr>
          <p:cNvPr id="107" name="TextBox 76">
            <a:extLst>
              <a:ext uri="{FF2B5EF4-FFF2-40B4-BE49-F238E27FC236}">
                <a16:creationId xmlns:a16="http://schemas.microsoft.com/office/drawing/2014/main" id="{AB1AB8D5-08C7-0173-61BB-16588BFD45C2}"/>
              </a:ext>
            </a:extLst>
          </p:cNvPr>
          <p:cNvSpPr txBox="1"/>
          <p:nvPr/>
        </p:nvSpPr>
        <p:spPr>
          <a:xfrm>
            <a:off x="7397743" y="5462259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8489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</a:p>
        </p:txBody>
      </p:sp>
      <p:sp>
        <p:nvSpPr>
          <p:cNvPr id="108" name="TextBox 76">
            <a:extLst>
              <a:ext uri="{FF2B5EF4-FFF2-40B4-BE49-F238E27FC236}">
                <a16:creationId xmlns:a16="http://schemas.microsoft.com/office/drawing/2014/main" id="{59A83AC4-0A3D-30DB-681D-7E00888AA79F}"/>
              </a:ext>
            </a:extLst>
          </p:cNvPr>
          <p:cNvSpPr txBox="1"/>
          <p:nvPr/>
        </p:nvSpPr>
        <p:spPr>
          <a:xfrm>
            <a:off x="7397743" y="6193306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84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CONSULTORI, CSM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84897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479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1DB35CD3BD1734CB37A37DCF1A6BD24" ma:contentTypeVersion="12" ma:contentTypeDescription="Creare un nuovo documento." ma:contentTypeScope="" ma:versionID="758a2db5145b4e71750cb9b5bba4ec00">
  <xsd:schema xmlns:xsd="http://www.w3.org/2001/XMLSchema" xmlns:xs="http://www.w3.org/2001/XMLSchema" xmlns:p="http://schemas.microsoft.com/office/2006/metadata/properties" xmlns:ns2="c9a45fca-7eec-4f4b-8414-50bfab28e973" xmlns:ns3="0681048c-2773-4c95-a974-4c1ea1471fa6" targetNamespace="http://schemas.microsoft.com/office/2006/metadata/properties" ma:root="true" ma:fieldsID="0aa622d681ea895f4ea996438b6dee1a" ns2:_="" ns3:_="">
    <xsd:import namespace="c9a45fca-7eec-4f4b-8414-50bfab28e973"/>
    <xsd:import namespace="0681048c-2773-4c95-a974-4c1ea1471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45fca-7eec-4f4b-8414-50bfab28e9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Tag immagine" ma:readOnly="false" ma:fieldId="{5cf76f15-5ced-4ddc-b409-7134ff3c332f}" ma:taxonomyMulti="true" ma:sspId="754b1395-61e6-4490-b7b5-ed8699b63d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1048c-2773-4c95-a974-4c1ea1471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6759791-45cb-4536-b541-91c578ce4d38}" ma:internalName="TaxCatchAll" ma:showField="CatchAllData" ma:web="0681048c-2773-4c95-a974-4c1ea1471f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a45fca-7eec-4f4b-8414-50bfab28e973">
      <Terms xmlns="http://schemas.microsoft.com/office/infopath/2007/PartnerControls"/>
    </lcf76f155ced4ddcb4097134ff3c332f>
    <TaxCatchAll xmlns="0681048c-2773-4c95-a974-4c1ea1471fa6" xsi:nil="true"/>
    <SharedWithUsers xmlns="0681048c-2773-4c95-a974-4c1ea1471fa6">
      <UserInfo>
        <DisplayName>Sturaro Antonio</DisplayName>
        <AccountId>206</AccountId>
        <AccountType/>
      </UserInfo>
      <UserInfo>
        <DisplayName>Scremin Luca</DisplayName>
        <AccountId>257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2692A0-AF9A-4805-8401-85FF55435B0E}">
  <ds:schemaRefs>
    <ds:schemaRef ds:uri="0681048c-2773-4c95-a974-4c1ea1471fa6"/>
    <ds:schemaRef ds:uri="c9a45fca-7eec-4f4b-8414-50bfab28e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204CBA3-5B7D-4722-A36B-74BFE18EA2E1}">
  <ds:schemaRefs>
    <ds:schemaRef ds:uri="0681048c-2773-4c95-a974-4c1ea1471fa6"/>
    <ds:schemaRef ds:uri="c9a45fca-7eec-4f4b-8414-50bfab28e97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D46678E-6F4C-4AEA-9CEA-BBD378B448C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08797e6-31d4-45db-8921-11491d1aa821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109</Words>
  <Application>Microsoft Office PowerPoint</Application>
  <PresentationFormat>Widescreen</PresentationFormat>
  <Paragraphs>27</Paragraphs>
  <Slides>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Bergamasco Stefano</dc:creator>
  <cp:lastModifiedBy>Bergamasco Stefano</cp:lastModifiedBy>
  <cp:revision>112</cp:revision>
  <dcterms:created xsi:type="dcterms:W3CDTF">2022-12-27T15:55:53Z</dcterms:created>
  <dcterms:modified xsi:type="dcterms:W3CDTF">2026-03-19T13:25:30Z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0x01010061DB35CD3BD1734CB37A37DCF1A6BD24</vt:lpwstr>
  </property>
  <property fmtid="{D5CDD505-2E9C-101B-9397-08002B2CF9AE}" pid="3" name="MediaServiceImageTags">
    <vt:lpwstr/>
  </property>
</Properties>
</file>