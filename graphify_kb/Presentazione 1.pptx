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7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FFC4"/>
    <a:srgbClr val="AFFFD3"/>
    <a:srgbClr val="B3FFD5"/>
    <a:srgbClr val="3BFF94"/>
    <a:srgbClr val="53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CF73D-9D86-4477-9AC6-A65B12840032}" type="datetimeFigureOut">
              <a:rPr lang="it-IT" smtClean="0"/>
              <a:t>18/03/2026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B80BA-DC8B-4F9E-B446-0384AC9FC8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339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tangolo 49">
            <a:extLst>
              <a:ext uri="{FF2B5EF4-FFF2-40B4-BE49-F238E27FC236}">
                <a16:creationId xmlns:a16="http://schemas.microsoft.com/office/drawing/2014/main" id="{25AF66D8-07DF-0544-4589-54DC991A2C48}"/>
              </a:ext>
            </a:extLst>
          </p:cNvPr>
          <p:cNvSpPr/>
          <p:nvPr/>
        </p:nvSpPr>
        <p:spPr>
          <a:xfrm>
            <a:off x="-17446" y="0"/>
            <a:ext cx="103426" cy="698541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Straight Connector 10">
            <a:extLst>
              <a:ext uri="{FF2B5EF4-FFF2-40B4-BE49-F238E27FC236}">
                <a16:creationId xmlns:a16="http://schemas.microsoft.com/office/drawing/2014/main" id="{4E114D10-FC2B-EF9A-5D45-EEEECB5CEFA1}"/>
              </a:ext>
            </a:extLst>
          </p:cNvPr>
          <p:cNvCxnSpPr>
            <a:cxnSpLocks/>
          </p:cNvCxnSpPr>
          <p:nvPr/>
        </p:nvCxnSpPr>
        <p:spPr>
          <a:xfrm flipH="1" flipV="1">
            <a:off x="288207" y="861940"/>
            <a:ext cx="11916000" cy="0"/>
          </a:xfrm>
          <a:prstGeom prst="line">
            <a:avLst/>
          </a:prstGeom>
          <a:ln>
            <a:solidFill>
              <a:schemeClr val="bg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0B1F6CDD-525D-7B30-808A-DD906D69638A}"/>
              </a:ext>
            </a:extLst>
          </p:cNvPr>
          <p:cNvCxnSpPr>
            <a:cxnSpLocks/>
          </p:cNvCxnSpPr>
          <p:nvPr/>
        </p:nvCxnSpPr>
        <p:spPr>
          <a:xfrm>
            <a:off x="275472" y="2579599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2">
            <a:extLst>
              <a:ext uri="{FF2B5EF4-FFF2-40B4-BE49-F238E27FC236}">
                <a16:creationId xmlns:a16="http://schemas.microsoft.com/office/drawing/2014/main" id="{BB80BB51-54E2-3E01-78A9-2094EEF7FFE8}"/>
              </a:ext>
            </a:extLst>
          </p:cNvPr>
          <p:cNvCxnSpPr>
            <a:cxnSpLocks/>
          </p:cNvCxnSpPr>
          <p:nvPr/>
        </p:nvCxnSpPr>
        <p:spPr>
          <a:xfrm>
            <a:off x="4848993" y="2579599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68">
            <a:extLst>
              <a:ext uri="{FF2B5EF4-FFF2-40B4-BE49-F238E27FC236}">
                <a16:creationId xmlns:a16="http://schemas.microsoft.com/office/drawing/2014/main" id="{D60F243E-CEE6-D80E-5C04-96689EFB83A1}"/>
              </a:ext>
            </a:extLst>
          </p:cNvPr>
          <p:cNvCxnSpPr>
            <a:cxnSpLocks/>
          </p:cNvCxnSpPr>
          <p:nvPr/>
        </p:nvCxnSpPr>
        <p:spPr>
          <a:xfrm>
            <a:off x="9421484" y="2579599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51">
            <a:extLst>
              <a:ext uri="{FF2B5EF4-FFF2-40B4-BE49-F238E27FC236}">
                <a16:creationId xmlns:a16="http://schemas.microsoft.com/office/drawing/2014/main" id="{08166F9D-74D5-86DC-E50F-4D64CC89C14D}"/>
              </a:ext>
            </a:extLst>
          </p:cNvPr>
          <p:cNvSpPr/>
          <p:nvPr/>
        </p:nvSpPr>
        <p:spPr>
          <a:xfrm>
            <a:off x="477701" y="4027676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6A561C-CEEF-8C2A-770F-7587A90C733E}"/>
              </a:ext>
            </a:extLst>
          </p:cNvPr>
          <p:cNvSpPr txBox="1"/>
          <p:nvPr/>
        </p:nvSpPr>
        <p:spPr>
          <a:xfrm>
            <a:off x="1126611" y="4219371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ODC</a:t>
            </a:r>
          </a:p>
          <a:p>
            <a:endParaRPr lang="it-IT" sz="1200" dirty="0"/>
          </a:p>
        </p:txBody>
      </p:sp>
      <p:sp>
        <p:nvSpPr>
          <p:cNvPr id="6" name="Rectangle 51">
            <a:extLst>
              <a:ext uri="{FF2B5EF4-FFF2-40B4-BE49-F238E27FC236}">
                <a16:creationId xmlns:a16="http://schemas.microsoft.com/office/drawing/2014/main" id="{C240F5B2-1F49-5724-2247-B46E444E9AC7}"/>
              </a:ext>
            </a:extLst>
          </p:cNvPr>
          <p:cNvSpPr/>
          <p:nvPr/>
        </p:nvSpPr>
        <p:spPr>
          <a:xfrm>
            <a:off x="2701872" y="4027675"/>
            <a:ext cx="1823928" cy="663193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51">
            <a:extLst>
              <a:ext uri="{FF2B5EF4-FFF2-40B4-BE49-F238E27FC236}">
                <a16:creationId xmlns:a16="http://schemas.microsoft.com/office/drawing/2014/main" id="{ADEF87EC-C5DF-A2A4-E815-33AEB7A18636}"/>
              </a:ext>
            </a:extLst>
          </p:cNvPr>
          <p:cNvSpPr/>
          <p:nvPr/>
        </p:nvSpPr>
        <p:spPr>
          <a:xfrm>
            <a:off x="477700" y="4895478"/>
            <a:ext cx="1823928" cy="638549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58DDB21-5722-E2E2-670B-62215CE5CB31}"/>
              </a:ext>
            </a:extLst>
          </p:cNvPr>
          <p:cNvSpPr txBox="1"/>
          <p:nvPr/>
        </p:nvSpPr>
        <p:spPr>
          <a:xfrm>
            <a:off x="1165083" y="5084684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ADI</a:t>
            </a:r>
          </a:p>
          <a:p>
            <a:endParaRPr lang="it-IT" sz="1200" dirty="0"/>
          </a:p>
        </p:txBody>
      </p:sp>
      <p:sp>
        <p:nvSpPr>
          <p:cNvPr id="10" name="Rectangle 51">
            <a:extLst>
              <a:ext uri="{FF2B5EF4-FFF2-40B4-BE49-F238E27FC236}">
                <a16:creationId xmlns:a16="http://schemas.microsoft.com/office/drawing/2014/main" id="{410614FE-6A19-0894-1985-5CD936946E92}"/>
              </a:ext>
            </a:extLst>
          </p:cNvPr>
          <p:cNvSpPr/>
          <p:nvPr/>
        </p:nvSpPr>
        <p:spPr>
          <a:xfrm>
            <a:off x="460065" y="2892674"/>
            <a:ext cx="4048100" cy="638548"/>
          </a:xfrm>
          <a:prstGeom prst="rect">
            <a:avLst/>
          </a:prstGeom>
          <a:solidFill>
            <a:srgbClr val="00739D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8323C01-1263-9A3D-CD6A-EA18B97F0FF9}"/>
              </a:ext>
            </a:extLst>
          </p:cNvPr>
          <p:cNvSpPr txBox="1"/>
          <p:nvPr/>
        </p:nvSpPr>
        <p:spPr>
          <a:xfrm>
            <a:off x="911474" y="3045656"/>
            <a:ext cx="3295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Centrale Operativa Territoriale (COT)</a:t>
            </a:r>
          </a:p>
          <a:p>
            <a:endParaRPr lang="it-IT" sz="1400" dirty="0"/>
          </a:p>
        </p:txBody>
      </p:sp>
      <p:sp>
        <p:nvSpPr>
          <p:cNvPr id="2" name="Rectangle 51">
            <a:extLst>
              <a:ext uri="{FF2B5EF4-FFF2-40B4-BE49-F238E27FC236}">
                <a16:creationId xmlns:a16="http://schemas.microsoft.com/office/drawing/2014/main" id="{3F42378A-0802-A873-E9AD-85C23674B1F1}"/>
              </a:ext>
            </a:extLst>
          </p:cNvPr>
          <p:cNvSpPr/>
          <p:nvPr/>
        </p:nvSpPr>
        <p:spPr>
          <a:xfrm>
            <a:off x="2706660" y="4907801"/>
            <a:ext cx="1823928" cy="638548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solidFill>
              <a:srgbClr val="08489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F1EF8D1-BF8C-FE03-F1FB-E544B050B73B}"/>
              </a:ext>
            </a:extLst>
          </p:cNvPr>
          <p:cNvSpPr txBox="1"/>
          <p:nvPr/>
        </p:nvSpPr>
        <p:spPr>
          <a:xfrm>
            <a:off x="3356479" y="4215973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URT</a:t>
            </a:r>
          </a:p>
          <a:p>
            <a:endParaRPr lang="it-IT" sz="12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CBEC35E-42E8-9D58-D0BE-D37FD61422C7}"/>
              </a:ext>
            </a:extLst>
          </p:cNvPr>
          <p:cNvSpPr txBox="1"/>
          <p:nvPr/>
        </p:nvSpPr>
        <p:spPr>
          <a:xfrm>
            <a:off x="3256384" y="5084684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Hospice</a:t>
            </a:r>
          </a:p>
          <a:p>
            <a:endParaRPr lang="it-IT" sz="1200" dirty="0"/>
          </a:p>
        </p:txBody>
      </p:sp>
      <p:sp>
        <p:nvSpPr>
          <p:cNvPr id="15" name="Rectangle 51">
            <a:extLst>
              <a:ext uri="{FF2B5EF4-FFF2-40B4-BE49-F238E27FC236}">
                <a16:creationId xmlns:a16="http://schemas.microsoft.com/office/drawing/2014/main" id="{AEB7B55D-EFD2-E7B4-8DDD-DC8235A99A86}"/>
              </a:ext>
            </a:extLst>
          </p:cNvPr>
          <p:cNvSpPr/>
          <p:nvPr/>
        </p:nvSpPr>
        <p:spPr>
          <a:xfrm>
            <a:off x="4977209" y="4027676"/>
            <a:ext cx="1823928" cy="638548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51">
            <a:extLst>
              <a:ext uri="{FF2B5EF4-FFF2-40B4-BE49-F238E27FC236}">
                <a16:creationId xmlns:a16="http://schemas.microsoft.com/office/drawing/2014/main" id="{31C80E73-B866-0703-1D97-491CA6096B96}"/>
              </a:ext>
            </a:extLst>
          </p:cNvPr>
          <p:cNvSpPr/>
          <p:nvPr/>
        </p:nvSpPr>
        <p:spPr>
          <a:xfrm>
            <a:off x="4977209" y="2886666"/>
            <a:ext cx="4048100" cy="638548"/>
          </a:xfrm>
          <a:prstGeom prst="rect">
            <a:avLst/>
          </a:prstGeom>
          <a:solidFill>
            <a:srgbClr val="0089BB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89E6ED0-8288-4F08-822E-9C187A7477E4}"/>
              </a:ext>
            </a:extLst>
          </p:cNvPr>
          <p:cNvSpPr txBox="1"/>
          <p:nvPr/>
        </p:nvSpPr>
        <p:spPr>
          <a:xfrm>
            <a:off x="6764836" y="3056689"/>
            <a:ext cx="473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IAF</a:t>
            </a:r>
          </a:p>
          <a:p>
            <a:endParaRPr lang="it-IT" sz="1400" dirty="0"/>
          </a:p>
        </p:txBody>
      </p:sp>
      <p:sp>
        <p:nvSpPr>
          <p:cNvPr id="18" name="Rectangle 51">
            <a:extLst>
              <a:ext uri="{FF2B5EF4-FFF2-40B4-BE49-F238E27FC236}">
                <a16:creationId xmlns:a16="http://schemas.microsoft.com/office/drawing/2014/main" id="{7CC7366D-3064-CF76-60AE-3DE3E555B312}"/>
              </a:ext>
            </a:extLst>
          </p:cNvPr>
          <p:cNvSpPr/>
          <p:nvPr/>
        </p:nvSpPr>
        <p:spPr>
          <a:xfrm>
            <a:off x="7201381" y="4027676"/>
            <a:ext cx="1823928" cy="638548"/>
          </a:xfrm>
          <a:prstGeom prst="rect">
            <a:avLst/>
          </a:prstGeom>
          <a:solidFill>
            <a:schemeClr val="accent1">
              <a:lumMod val="20000"/>
              <a:lumOff val="80000"/>
              <a:alpha val="69804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spcAft>
                <a:spcPts val="1000"/>
              </a:spcAft>
            </a:pPr>
            <a:endParaRPr lang="it-IT" sz="1200" b="1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51">
            <a:extLst>
              <a:ext uri="{FF2B5EF4-FFF2-40B4-BE49-F238E27FC236}">
                <a16:creationId xmlns:a16="http://schemas.microsoft.com/office/drawing/2014/main" id="{3A7FE9F8-F83E-4FAC-56ED-9200563D6E55}"/>
              </a:ext>
            </a:extLst>
          </p:cNvPr>
          <p:cNvSpPr/>
          <p:nvPr/>
        </p:nvSpPr>
        <p:spPr>
          <a:xfrm>
            <a:off x="9472566" y="2886666"/>
            <a:ext cx="1823928" cy="638548"/>
          </a:xfrm>
          <a:prstGeom prst="rect">
            <a:avLst/>
          </a:prstGeom>
          <a:solidFill>
            <a:srgbClr val="00AF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DA1D300-9740-7845-7DA3-94D57F7D8F7B}"/>
              </a:ext>
            </a:extLst>
          </p:cNvPr>
          <p:cNvSpPr txBox="1"/>
          <p:nvPr/>
        </p:nvSpPr>
        <p:spPr>
          <a:xfrm>
            <a:off x="5423756" y="4215973"/>
            <a:ext cx="9557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Consultori</a:t>
            </a:r>
          </a:p>
          <a:p>
            <a:endParaRPr lang="it-IT" sz="1200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B5B9C8C-35E5-B985-267B-A57ECE2F0085}"/>
              </a:ext>
            </a:extLst>
          </p:cNvPr>
          <p:cNvSpPr txBox="1"/>
          <p:nvPr/>
        </p:nvSpPr>
        <p:spPr>
          <a:xfrm>
            <a:off x="7887376" y="4219371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NPI</a:t>
            </a:r>
          </a:p>
          <a:p>
            <a:endParaRPr lang="it-IT" sz="1200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B5F2B74-1354-EB7D-4F00-4924A674045D}"/>
              </a:ext>
            </a:extLst>
          </p:cNvPr>
          <p:cNvSpPr txBox="1"/>
          <p:nvPr/>
        </p:nvSpPr>
        <p:spPr>
          <a:xfrm>
            <a:off x="10099836" y="3077341"/>
            <a:ext cx="5693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DISM</a:t>
            </a:r>
          </a:p>
          <a:p>
            <a:endParaRPr lang="it-IT" sz="1200" dirty="0"/>
          </a:p>
        </p:txBody>
      </p:sp>
      <p:sp>
        <p:nvSpPr>
          <p:cNvPr id="23" name="Rectangle 51">
            <a:extLst>
              <a:ext uri="{FF2B5EF4-FFF2-40B4-BE49-F238E27FC236}">
                <a16:creationId xmlns:a16="http://schemas.microsoft.com/office/drawing/2014/main" id="{744DA22F-E66B-42C9-9CB6-9916AF99E791}"/>
              </a:ext>
            </a:extLst>
          </p:cNvPr>
          <p:cNvSpPr/>
          <p:nvPr/>
        </p:nvSpPr>
        <p:spPr>
          <a:xfrm>
            <a:off x="9497112" y="4022640"/>
            <a:ext cx="1823928" cy="638548"/>
          </a:xfrm>
          <a:prstGeom prst="rect">
            <a:avLst/>
          </a:prstGeom>
          <a:solidFill>
            <a:srgbClr val="D8D8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it-IT" sz="12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657B782-6310-9902-9AB2-E513FD1852F8}"/>
              </a:ext>
            </a:extLst>
          </p:cNvPr>
          <p:cNvSpPr txBox="1"/>
          <p:nvPr/>
        </p:nvSpPr>
        <p:spPr>
          <a:xfrm>
            <a:off x="10168839" y="4206140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CSM</a:t>
            </a:r>
          </a:p>
          <a:p>
            <a:endParaRPr lang="it-IT" sz="1200" dirty="0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28193E1E-8213-99A7-A215-9D094324D4C1}"/>
              </a:ext>
            </a:extLst>
          </p:cNvPr>
          <p:cNvSpPr/>
          <p:nvPr/>
        </p:nvSpPr>
        <p:spPr>
          <a:xfrm>
            <a:off x="322944" y="3779965"/>
            <a:ext cx="4368806" cy="2007806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it-IT" sz="1600" b="1" cap="small" dirty="0">
              <a:solidFill>
                <a:srgbClr val="002060"/>
              </a:solidFill>
            </a:endParaRPr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22CDEF06-4281-8579-0032-27ACB43A6264}"/>
              </a:ext>
            </a:extLst>
          </p:cNvPr>
          <p:cNvSpPr/>
          <p:nvPr/>
        </p:nvSpPr>
        <p:spPr>
          <a:xfrm>
            <a:off x="4847964" y="3779965"/>
            <a:ext cx="4333559" cy="1127836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it-IT" sz="1600" b="1" cap="small" dirty="0">
              <a:solidFill>
                <a:srgbClr val="002060"/>
              </a:solidFill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ED7573E0-07D7-9373-CC47-1B0E896B81A6}"/>
              </a:ext>
            </a:extLst>
          </p:cNvPr>
          <p:cNvSpPr/>
          <p:nvPr/>
        </p:nvSpPr>
        <p:spPr>
          <a:xfrm>
            <a:off x="9333471" y="3777996"/>
            <a:ext cx="2166476" cy="1127836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it-IT" sz="1600" b="1" cap="small" dirty="0">
              <a:solidFill>
                <a:srgbClr val="002060"/>
              </a:solidFill>
            </a:endParaRPr>
          </a:p>
        </p:txBody>
      </p:sp>
      <p:sp>
        <p:nvSpPr>
          <p:cNvPr id="28" name="Rettangolo con angoli arrotondati 111">
            <a:extLst>
              <a:ext uri="{FF2B5EF4-FFF2-40B4-BE49-F238E27FC236}">
                <a16:creationId xmlns:a16="http://schemas.microsoft.com/office/drawing/2014/main" id="{188F273D-7CB1-874E-0A7A-C9524C4A8637}"/>
              </a:ext>
            </a:extLst>
          </p:cNvPr>
          <p:cNvSpPr/>
          <p:nvPr/>
        </p:nvSpPr>
        <p:spPr>
          <a:xfrm>
            <a:off x="9034749" y="6384402"/>
            <a:ext cx="277530" cy="277530"/>
          </a:xfrm>
          <a:prstGeom prst="ellipse">
            <a:avLst/>
          </a:prstGeom>
          <a:solidFill>
            <a:srgbClr val="00739D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ttangolo con angoli arrotondati 122">
            <a:extLst>
              <a:ext uri="{FF2B5EF4-FFF2-40B4-BE49-F238E27FC236}">
                <a16:creationId xmlns:a16="http://schemas.microsoft.com/office/drawing/2014/main" id="{C3DD901E-5874-8A0E-419E-3FCED9F9C8BB}"/>
              </a:ext>
            </a:extLst>
          </p:cNvPr>
          <p:cNvSpPr/>
          <p:nvPr/>
        </p:nvSpPr>
        <p:spPr>
          <a:xfrm>
            <a:off x="9573660" y="6384402"/>
            <a:ext cx="277530" cy="277530"/>
          </a:xfrm>
          <a:prstGeom prst="ellipse">
            <a:avLst/>
          </a:prstGeom>
          <a:solidFill>
            <a:srgbClr val="0089BB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ttangolo con angoli arrotondati 123">
            <a:extLst>
              <a:ext uri="{FF2B5EF4-FFF2-40B4-BE49-F238E27FC236}">
                <a16:creationId xmlns:a16="http://schemas.microsoft.com/office/drawing/2014/main" id="{4A660BD4-964C-2EB4-EC95-E24D969B41CC}"/>
              </a:ext>
            </a:extLst>
          </p:cNvPr>
          <p:cNvSpPr/>
          <p:nvPr/>
        </p:nvSpPr>
        <p:spPr>
          <a:xfrm>
            <a:off x="10112571" y="6384402"/>
            <a:ext cx="277530" cy="277530"/>
          </a:xfrm>
          <a:prstGeom prst="ellipse">
            <a:avLst/>
          </a:prstGeom>
          <a:solidFill>
            <a:srgbClr val="00AF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ttangolo con angoli arrotondati 124">
            <a:extLst>
              <a:ext uri="{FF2B5EF4-FFF2-40B4-BE49-F238E27FC236}">
                <a16:creationId xmlns:a16="http://schemas.microsoft.com/office/drawing/2014/main" id="{56B845CB-ABA0-0FE2-3E50-8FCEEBF7EE88}"/>
              </a:ext>
            </a:extLst>
          </p:cNvPr>
          <p:cNvSpPr/>
          <p:nvPr/>
        </p:nvSpPr>
        <p:spPr>
          <a:xfrm>
            <a:off x="10651482" y="6384402"/>
            <a:ext cx="277530" cy="277530"/>
          </a:xfrm>
          <a:prstGeom prst="ellipse">
            <a:avLst/>
          </a:prstGeom>
          <a:solidFill>
            <a:schemeClr val="bg2">
              <a:lumMod val="25000"/>
            </a:schemeClr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ttangolo con angoli arrotondati 127">
            <a:extLst>
              <a:ext uri="{FF2B5EF4-FFF2-40B4-BE49-F238E27FC236}">
                <a16:creationId xmlns:a16="http://schemas.microsoft.com/office/drawing/2014/main" id="{F529A76B-5B81-DD01-7088-5DCB67C7D76A}"/>
              </a:ext>
            </a:extLst>
          </p:cNvPr>
          <p:cNvSpPr/>
          <p:nvPr/>
        </p:nvSpPr>
        <p:spPr>
          <a:xfrm>
            <a:off x="11190393" y="6385757"/>
            <a:ext cx="277530" cy="277530"/>
          </a:xfrm>
          <a:prstGeom prst="ellipse">
            <a:avLst/>
          </a:prstGeom>
          <a:solidFill>
            <a:schemeClr val="bg2">
              <a:lumMod val="75000"/>
            </a:schemeClr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ttangolo con angoli arrotondati 127">
            <a:extLst>
              <a:ext uri="{FF2B5EF4-FFF2-40B4-BE49-F238E27FC236}">
                <a16:creationId xmlns:a16="http://schemas.microsoft.com/office/drawing/2014/main" id="{1570F600-AE2C-9E10-719A-1DF970E835A3}"/>
              </a:ext>
            </a:extLst>
          </p:cNvPr>
          <p:cNvSpPr/>
          <p:nvPr/>
        </p:nvSpPr>
        <p:spPr>
          <a:xfrm>
            <a:off x="11729304" y="6384402"/>
            <a:ext cx="277530" cy="277530"/>
          </a:xfrm>
          <a:prstGeom prst="ellipse">
            <a:avLst/>
          </a:prstGeom>
          <a:solidFill>
            <a:srgbClr val="D8D8CC"/>
          </a:solidFill>
          <a:ln w="28575" cap="rnd">
            <a:noFill/>
            <a:prstDash val="solid"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 sz="120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5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7FC63-7D66-AD41-AD07-B556901A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tangolo 49">
            <a:extLst>
              <a:ext uri="{FF2B5EF4-FFF2-40B4-BE49-F238E27FC236}">
                <a16:creationId xmlns:a16="http://schemas.microsoft.com/office/drawing/2014/main" id="{9BD2D69A-7160-7D7F-2667-DB7F0A486A0B}"/>
              </a:ext>
            </a:extLst>
          </p:cNvPr>
          <p:cNvSpPr/>
          <p:nvPr/>
        </p:nvSpPr>
        <p:spPr>
          <a:xfrm>
            <a:off x="-17446" y="0"/>
            <a:ext cx="103426" cy="6985416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Straight Connector 10">
            <a:extLst>
              <a:ext uri="{FF2B5EF4-FFF2-40B4-BE49-F238E27FC236}">
                <a16:creationId xmlns:a16="http://schemas.microsoft.com/office/drawing/2014/main" id="{D72A04E3-A899-D03B-67A4-3B8EDF0B7E03}"/>
              </a:ext>
            </a:extLst>
          </p:cNvPr>
          <p:cNvCxnSpPr>
            <a:cxnSpLocks/>
          </p:cNvCxnSpPr>
          <p:nvPr/>
        </p:nvCxnSpPr>
        <p:spPr>
          <a:xfrm flipH="1" flipV="1">
            <a:off x="288207" y="861940"/>
            <a:ext cx="11916000" cy="0"/>
          </a:xfrm>
          <a:prstGeom prst="line">
            <a:avLst/>
          </a:prstGeom>
          <a:ln>
            <a:solidFill>
              <a:schemeClr val="bg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9">
            <a:extLst>
              <a:ext uri="{FF2B5EF4-FFF2-40B4-BE49-F238E27FC236}">
                <a16:creationId xmlns:a16="http://schemas.microsoft.com/office/drawing/2014/main" id="{5D420F47-ABE8-6DCE-088F-1055F1007CCB}"/>
              </a:ext>
            </a:extLst>
          </p:cNvPr>
          <p:cNvCxnSpPr>
            <a:cxnSpLocks/>
          </p:cNvCxnSpPr>
          <p:nvPr/>
        </p:nvCxnSpPr>
        <p:spPr>
          <a:xfrm>
            <a:off x="288207" y="1019700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12">
            <a:extLst>
              <a:ext uri="{FF2B5EF4-FFF2-40B4-BE49-F238E27FC236}">
                <a16:creationId xmlns:a16="http://schemas.microsoft.com/office/drawing/2014/main" id="{DFB391DE-3C79-9470-A0C4-66BD92AC2240}"/>
              </a:ext>
            </a:extLst>
          </p:cNvPr>
          <p:cNvCxnSpPr>
            <a:cxnSpLocks/>
          </p:cNvCxnSpPr>
          <p:nvPr/>
        </p:nvCxnSpPr>
        <p:spPr>
          <a:xfrm>
            <a:off x="4861728" y="1019700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68">
            <a:extLst>
              <a:ext uri="{FF2B5EF4-FFF2-40B4-BE49-F238E27FC236}">
                <a16:creationId xmlns:a16="http://schemas.microsoft.com/office/drawing/2014/main" id="{D3004D07-791F-704B-50E7-4C734B00F76E}"/>
              </a:ext>
            </a:extLst>
          </p:cNvPr>
          <p:cNvCxnSpPr>
            <a:cxnSpLocks/>
          </p:cNvCxnSpPr>
          <p:nvPr/>
        </p:nvCxnSpPr>
        <p:spPr>
          <a:xfrm>
            <a:off x="9434219" y="1019700"/>
            <a:ext cx="0" cy="3600000"/>
          </a:xfrm>
          <a:prstGeom prst="line">
            <a:avLst/>
          </a:prstGeom>
          <a:ln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magine 12">
            <a:extLst>
              <a:ext uri="{FF2B5EF4-FFF2-40B4-BE49-F238E27FC236}">
                <a16:creationId xmlns:a16="http://schemas.microsoft.com/office/drawing/2014/main" id="{272F7A3B-94E9-5E62-3F36-9D66D303A6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5"/>
          <a:stretch>
            <a:fillRect/>
          </a:stretch>
        </p:blipFill>
        <p:spPr>
          <a:xfrm>
            <a:off x="288207" y="55556"/>
            <a:ext cx="6644704" cy="6497074"/>
          </a:xfrm>
          <a:prstGeom prst="rect">
            <a:avLst/>
          </a:prstGeom>
        </p:spPr>
      </p:pic>
      <p:grpSp>
        <p:nvGrpSpPr>
          <p:cNvPr id="70" name="Group 57">
            <a:extLst>
              <a:ext uri="{FF2B5EF4-FFF2-40B4-BE49-F238E27FC236}">
                <a16:creationId xmlns:a16="http://schemas.microsoft.com/office/drawing/2014/main" id="{899E520C-C1BA-AC5A-2101-22E79FC50B4D}"/>
              </a:ext>
            </a:extLst>
          </p:cNvPr>
          <p:cNvGrpSpPr/>
          <p:nvPr/>
        </p:nvGrpSpPr>
        <p:grpSpPr>
          <a:xfrm>
            <a:off x="1610957" y="4689987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71" name="Oval 42">
              <a:extLst>
                <a:ext uri="{FF2B5EF4-FFF2-40B4-BE49-F238E27FC236}">
                  <a16:creationId xmlns:a16="http://schemas.microsoft.com/office/drawing/2014/main" id="{FEA03224-ADA1-BA31-FF52-789FD4D35082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2" name="Picture 39">
              <a:extLst>
                <a:ext uri="{FF2B5EF4-FFF2-40B4-BE49-F238E27FC236}">
                  <a16:creationId xmlns:a16="http://schemas.microsoft.com/office/drawing/2014/main" id="{80A46FFB-3C8A-A1AF-6004-6EEF934FC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45" name="Group 57">
            <a:extLst>
              <a:ext uri="{FF2B5EF4-FFF2-40B4-BE49-F238E27FC236}">
                <a16:creationId xmlns:a16="http://schemas.microsoft.com/office/drawing/2014/main" id="{D6EDD5D9-03D5-3FE3-728D-65F7EE43DD9E}"/>
              </a:ext>
            </a:extLst>
          </p:cNvPr>
          <p:cNvGrpSpPr/>
          <p:nvPr/>
        </p:nvGrpSpPr>
        <p:grpSpPr>
          <a:xfrm>
            <a:off x="4550655" y="4006970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46" name="Oval 42">
              <a:extLst>
                <a:ext uri="{FF2B5EF4-FFF2-40B4-BE49-F238E27FC236}">
                  <a16:creationId xmlns:a16="http://schemas.microsoft.com/office/drawing/2014/main" id="{DC227754-F6CC-B3B7-2290-8772B41EA715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7" name="Picture 39">
              <a:extLst>
                <a:ext uri="{FF2B5EF4-FFF2-40B4-BE49-F238E27FC236}">
                  <a16:creationId xmlns:a16="http://schemas.microsoft.com/office/drawing/2014/main" id="{89EA33D3-FCAB-ABEC-2370-1B219E33E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48" name="Group 57">
            <a:extLst>
              <a:ext uri="{FF2B5EF4-FFF2-40B4-BE49-F238E27FC236}">
                <a16:creationId xmlns:a16="http://schemas.microsoft.com/office/drawing/2014/main" id="{33A9F484-42F0-42EB-57AD-E4B28B2635B0}"/>
              </a:ext>
            </a:extLst>
          </p:cNvPr>
          <p:cNvGrpSpPr/>
          <p:nvPr/>
        </p:nvGrpSpPr>
        <p:grpSpPr>
          <a:xfrm>
            <a:off x="4270258" y="2478150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49" name="Oval 42">
              <a:extLst>
                <a:ext uri="{FF2B5EF4-FFF2-40B4-BE49-F238E27FC236}">
                  <a16:creationId xmlns:a16="http://schemas.microsoft.com/office/drawing/2014/main" id="{DB775CA1-AFB9-1FE6-134C-10032ABF3366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2" name="Picture 39">
              <a:extLst>
                <a:ext uri="{FF2B5EF4-FFF2-40B4-BE49-F238E27FC236}">
                  <a16:creationId xmlns:a16="http://schemas.microsoft.com/office/drawing/2014/main" id="{976930DA-0B14-435E-4A44-2F23541D1C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3" name="Group 57">
            <a:extLst>
              <a:ext uri="{FF2B5EF4-FFF2-40B4-BE49-F238E27FC236}">
                <a16:creationId xmlns:a16="http://schemas.microsoft.com/office/drawing/2014/main" id="{473AF26F-F190-295E-62B2-FB46940D8D0A}"/>
              </a:ext>
            </a:extLst>
          </p:cNvPr>
          <p:cNvGrpSpPr/>
          <p:nvPr/>
        </p:nvGrpSpPr>
        <p:grpSpPr>
          <a:xfrm>
            <a:off x="5950472" y="3304093"/>
            <a:ext cx="591469" cy="609599"/>
            <a:chOff x="1521640" y="1054806"/>
            <a:chExt cx="1206931" cy="120693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4" name="Oval 42">
              <a:extLst>
                <a:ext uri="{FF2B5EF4-FFF2-40B4-BE49-F238E27FC236}">
                  <a16:creationId xmlns:a16="http://schemas.microsoft.com/office/drawing/2014/main" id="{26A6A11C-C32F-F5AC-7078-95243B36A9AC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5" name="Picture 39">
              <a:extLst>
                <a:ext uri="{FF2B5EF4-FFF2-40B4-BE49-F238E27FC236}">
                  <a16:creationId xmlns:a16="http://schemas.microsoft.com/office/drawing/2014/main" id="{A5C47FEB-0AEC-290A-5845-0C8EAFC72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59" name="Group 57">
            <a:extLst>
              <a:ext uri="{FF2B5EF4-FFF2-40B4-BE49-F238E27FC236}">
                <a16:creationId xmlns:a16="http://schemas.microsoft.com/office/drawing/2014/main" id="{56F71A26-DD50-FD6F-5CA5-DBDA3DABECA1}"/>
              </a:ext>
            </a:extLst>
          </p:cNvPr>
          <p:cNvGrpSpPr/>
          <p:nvPr/>
        </p:nvGrpSpPr>
        <p:grpSpPr>
          <a:xfrm>
            <a:off x="3967521" y="1521710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0" name="Oval 42">
              <a:extLst>
                <a:ext uri="{FF2B5EF4-FFF2-40B4-BE49-F238E27FC236}">
                  <a16:creationId xmlns:a16="http://schemas.microsoft.com/office/drawing/2014/main" id="{5CA81D89-D9DB-B174-9728-FAE44104C5D4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1" name="Picture 39">
              <a:extLst>
                <a:ext uri="{FF2B5EF4-FFF2-40B4-BE49-F238E27FC236}">
                  <a16:creationId xmlns:a16="http://schemas.microsoft.com/office/drawing/2014/main" id="{275D4FF6-6941-8E43-4D29-A8E853663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62" name="Group 57">
            <a:extLst>
              <a:ext uri="{FF2B5EF4-FFF2-40B4-BE49-F238E27FC236}">
                <a16:creationId xmlns:a16="http://schemas.microsoft.com/office/drawing/2014/main" id="{B07B9C76-8680-750E-5735-011AF37A90B2}"/>
              </a:ext>
            </a:extLst>
          </p:cNvPr>
          <p:cNvGrpSpPr/>
          <p:nvPr/>
        </p:nvGrpSpPr>
        <p:grpSpPr>
          <a:xfrm>
            <a:off x="2024472" y="2348685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3" name="Oval 42">
              <a:extLst>
                <a:ext uri="{FF2B5EF4-FFF2-40B4-BE49-F238E27FC236}">
                  <a16:creationId xmlns:a16="http://schemas.microsoft.com/office/drawing/2014/main" id="{8C6D6F47-E530-2A8E-57DE-3C51D4C64DFB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4" name="Picture 39">
              <a:extLst>
                <a:ext uri="{FF2B5EF4-FFF2-40B4-BE49-F238E27FC236}">
                  <a16:creationId xmlns:a16="http://schemas.microsoft.com/office/drawing/2014/main" id="{9EEBC38E-BE1B-E2D2-476A-FA21FEC2D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65" name="Group 57">
            <a:extLst>
              <a:ext uri="{FF2B5EF4-FFF2-40B4-BE49-F238E27FC236}">
                <a16:creationId xmlns:a16="http://schemas.microsoft.com/office/drawing/2014/main" id="{FB0F805B-2ED9-48A7-7A3C-C83EABFD5D20}"/>
              </a:ext>
            </a:extLst>
          </p:cNvPr>
          <p:cNvGrpSpPr/>
          <p:nvPr/>
        </p:nvGrpSpPr>
        <p:grpSpPr>
          <a:xfrm>
            <a:off x="2055343" y="3492708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6" name="Oval 42">
              <a:extLst>
                <a:ext uri="{FF2B5EF4-FFF2-40B4-BE49-F238E27FC236}">
                  <a16:creationId xmlns:a16="http://schemas.microsoft.com/office/drawing/2014/main" id="{2B2957F4-82EC-A814-36A9-385E9A4431C6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5" name="Picture 39">
              <a:extLst>
                <a:ext uri="{FF2B5EF4-FFF2-40B4-BE49-F238E27FC236}">
                  <a16:creationId xmlns:a16="http://schemas.microsoft.com/office/drawing/2014/main" id="{0D23AE28-398C-4840-DF8A-684AC379E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76" name="Group 57">
            <a:extLst>
              <a:ext uri="{FF2B5EF4-FFF2-40B4-BE49-F238E27FC236}">
                <a16:creationId xmlns:a16="http://schemas.microsoft.com/office/drawing/2014/main" id="{34AFF011-8526-E85F-02BD-F701FDC199C9}"/>
              </a:ext>
            </a:extLst>
          </p:cNvPr>
          <p:cNvGrpSpPr/>
          <p:nvPr/>
        </p:nvGrpSpPr>
        <p:grpSpPr>
          <a:xfrm>
            <a:off x="4227438" y="5712991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77" name="Oval 42">
              <a:extLst>
                <a:ext uri="{FF2B5EF4-FFF2-40B4-BE49-F238E27FC236}">
                  <a16:creationId xmlns:a16="http://schemas.microsoft.com/office/drawing/2014/main" id="{19AB1E6E-123D-BEB5-E601-55E91B6A862A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9" name="Picture 39">
              <a:extLst>
                <a:ext uri="{FF2B5EF4-FFF2-40B4-BE49-F238E27FC236}">
                  <a16:creationId xmlns:a16="http://schemas.microsoft.com/office/drawing/2014/main" id="{FB120E64-5D61-9738-ED70-AA6F64EDC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81" name="Gruppo 80">
            <a:extLst>
              <a:ext uri="{FF2B5EF4-FFF2-40B4-BE49-F238E27FC236}">
                <a16:creationId xmlns:a16="http://schemas.microsoft.com/office/drawing/2014/main" id="{5D44D72F-932E-65C7-F3CE-E94581AE3CDD}"/>
              </a:ext>
            </a:extLst>
          </p:cNvPr>
          <p:cNvGrpSpPr/>
          <p:nvPr/>
        </p:nvGrpSpPr>
        <p:grpSpPr>
          <a:xfrm>
            <a:off x="3608014" y="2904790"/>
            <a:ext cx="619424" cy="596526"/>
            <a:chOff x="11316104" y="2010483"/>
            <a:chExt cx="619424" cy="596526"/>
          </a:xfrm>
        </p:grpSpPr>
        <p:sp>
          <p:nvSpPr>
            <p:cNvPr id="73" name="Oval 43">
              <a:extLst>
                <a:ext uri="{FF2B5EF4-FFF2-40B4-BE49-F238E27FC236}">
                  <a16:creationId xmlns:a16="http://schemas.microsoft.com/office/drawing/2014/main" id="{00AB6FC7-BC05-9229-9A7E-5C3E5EED80B1}"/>
                </a:ext>
              </a:extLst>
            </p:cNvPr>
            <p:cNvSpPr/>
            <p:nvPr/>
          </p:nvSpPr>
          <p:spPr>
            <a:xfrm>
              <a:off x="11316104" y="2010483"/>
              <a:ext cx="619424" cy="596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9" name="Picture 1">
              <a:extLst>
                <a:ext uri="{FF2B5EF4-FFF2-40B4-BE49-F238E27FC236}">
                  <a16:creationId xmlns:a16="http://schemas.microsoft.com/office/drawing/2014/main" id="{6E308550-E0E4-2BD5-A532-DA8168DA29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464098" y="2130938"/>
              <a:ext cx="362763" cy="362763"/>
            </a:xfrm>
            <a:prstGeom prst="rect">
              <a:avLst/>
            </a:prstGeom>
          </p:spPr>
        </p:pic>
      </p:grpSp>
      <p:grpSp>
        <p:nvGrpSpPr>
          <p:cNvPr id="87" name="Gruppo 86">
            <a:extLst>
              <a:ext uri="{FF2B5EF4-FFF2-40B4-BE49-F238E27FC236}">
                <a16:creationId xmlns:a16="http://schemas.microsoft.com/office/drawing/2014/main" id="{ED988AE0-8D2D-E1E8-5656-9A4EE66BCE30}"/>
              </a:ext>
            </a:extLst>
          </p:cNvPr>
          <p:cNvGrpSpPr/>
          <p:nvPr/>
        </p:nvGrpSpPr>
        <p:grpSpPr>
          <a:xfrm>
            <a:off x="4558990" y="4668278"/>
            <a:ext cx="619424" cy="596526"/>
            <a:chOff x="11316104" y="2010483"/>
            <a:chExt cx="619424" cy="596526"/>
          </a:xfrm>
        </p:grpSpPr>
        <p:sp>
          <p:nvSpPr>
            <p:cNvPr id="88" name="Oval 43">
              <a:extLst>
                <a:ext uri="{FF2B5EF4-FFF2-40B4-BE49-F238E27FC236}">
                  <a16:creationId xmlns:a16="http://schemas.microsoft.com/office/drawing/2014/main" id="{10B74AA2-1FE7-3919-8939-21B1B39D8BCB}"/>
                </a:ext>
              </a:extLst>
            </p:cNvPr>
            <p:cNvSpPr/>
            <p:nvPr/>
          </p:nvSpPr>
          <p:spPr>
            <a:xfrm>
              <a:off x="11316104" y="2010483"/>
              <a:ext cx="619424" cy="596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3" name="Picture 1">
              <a:extLst>
                <a:ext uri="{FF2B5EF4-FFF2-40B4-BE49-F238E27FC236}">
                  <a16:creationId xmlns:a16="http://schemas.microsoft.com/office/drawing/2014/main" id="{AF41B236-C2C8-EC86-A6A2-66D574245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464098" y="2130938"/>
              <a:ext cx="362763" cy="362763"/>
            </a:xfrm>
            <a:prstGeom prst="rect">
              <a:avLst/>
            </a:prstGeom>
          </p:spPr>
        </p:pic>
      </p:grpSp>
      <p:grpSp>
        <p:nvGrpSpPr>
          <p:cNvPr id="94" name="Group 57">
            <a:extLst>
              <a:ext uri="{FF2B5EF4-FFF2-40B4-BE49-F238E27FC236}">
                <a16:creationId xmlns:a16="http://schemas.microsoft.com/office/drawing/2014/main" id="{987C4539-1A29-3EB2-5D35-951844C31C98}"/>
              </a:ext>
            </a:extLst>
          </p:cNvPr>
          <p:cNvGrpSpPr/>
          <p:nvPr/>
        </p:nvGrpSpPr>
        <p:grpSpPr>
          <a:xfrm>
            <a:off x="6758307" y="3834282"/>
            <a:ext cx="591469" cy="609599"/>
            <a:chOff x="1521640" y="1054806"/>
            <a:chExt cx="1206931" cy="1206931"/>
          </a:xfrm>
          <a:solidFill>
            <a:srgbClr val="93FFC4"/>
          </a:solidFill>
        </p:grpSpPr>
        <p:sp>
          <p:nvSpPr>
            <p:cNvPr id="95" name="Oval 42">
              <a:extLst>
                <a:ext uri="{FF2B5EF4-FFF2-40B4-BE49-F238E27FC236}">
                  <a16:creationId xmlns:a16="http://schemas.microsoft.com/office/drawing/2014/main" id="{94837679-D5C3-34F4-3F6B-293957C9CAB9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solidFill>
              <a:srgbClr val="93FFC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6" name="Picture 39">
              <a:extLst>
                <a:ext uri="{FF2B5EF4-FFF2-40B4-BE49-F238E27FC236}">
                  <a16:creationId xmlns:a16="http://schemas.microsoft.com/office/drawing/2014/main" id="{F3BE6869-A8AF-5E3C-B63B-D2C900CBB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51" name="TextBox 76">
            <a:extLst>
              <a:ext uri="{FF2B5EF4-FFF2-40B4-BE49-F238E27FC236}">
                <a16:creationId xmlns:a16="http://schemas.microsoft.com/office/drawing/2014/main" id="{6A5FCF34-985E-D534-6814-4C7E4D1B26EE}"/>
              </a:ext>
            </a:extLst>
          </p:cNvPr>
          <p:cNvSpPr txBox="1"/>
          <p:nvPr/>
        </p:nvSpPr>
        <p:spPr>
          <a:xfrm>
            <a:off x="7387911" y="3981481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8489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COT, ADI, ODC, URT, HOSPICE</a:t>
            </a:r>
          </a:p>
        </p:txBody>
      </p:sp>
      <p:grpSp>
        <p:nvGrpSpPr>
          <p:cNvPr id="97" name="Group 57">
            <a:extLst>
              <a:ext uri="{FF2B5EF4-FFF2-40B4-BE49-F238E27FC236}">
                <a16:creationId xmlns:a16="http://schemas.microsoft.com/office/drawing/2014/main" id="{EE86A80A-3007-0C16-8DDA-BDFDADCDE520}"/>
              </a:ext>
            </a:extLst>
          </p:cNvPr>
          <p:cNvGrpSpPr/>
          <p:nvPr/>
        </p:nvGrpSpPr>
        <p:grpSpPr>
          <a:xfrm>
            <a:off x="6768959" y="4573703"/>
            <a:ext cx="591469" cy="609599"/>
            <a:chOff x="1521640" y="1054806"/>
            <a:chExt cx="1206931" cy="1206931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98" name="Oval 42">
              <a:extLst>
                <a:ext uri="{FF2B5EF4-FFF2-40B4-BE49-F238E27FC236}">
                  <a16:creationId xmlns:a16="http://schemas.microsoft.com/office/drawing/2014/main" id="{98B36D97-E14C-45FF-C102-3712A3AEDDC0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9" name="Picture 39">
              <a:extLst>
                <a:ext uri="{FF2B5EF4-FFF2-40B4-BE49-F238E27FC236}">
                  <a16:creationId xmlns:a16="http://schemas.microsoft.com/office/drawing/2014/main" id="{EF1AF89E-A1CF-4F8C-A6A5-5F60A77D6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00" name="Group 57">
            <a:extLst>
              <a:ext uri="{FF2B5EF4-FFF2-40B4-BE49-F238E27FC236}">
                <a16:creationId xmlns:a16="http://schemas.microsoft.com/office/drawing/2014/main" id="{DB15F923-5A93-8E72-554F-5023B1472B89}"/>
              </a:ext>
            </a:extLst>
          </p:cNvPr>
          <p:cNvGrpSpPr/>
          <p:nvPr/>
        </p:nvGrpSpPr>
        <p:grpSpPr>
          <a:xfrm>
            <a:off x="6768959" y="5311443"/>
            <a:ext cx="591469" cy="609599"/>
            <a:chOff x="1521640" y="1054806"/>
            <a:chExt cx="1206931" cy="1206931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01" name="Oval 42">
              <a:extLst>
                <a:ext uri="{FF2B5EF4-FFF2-40B4-BE49-F238E27FC236}">
                  <a16:creationId xmlns:a16="http://schemas.microsoft.com/office/drawing/2014/main" id="{541576EB-7E44-BBC4-3FD1-418B52766C07}"/>
                </a:ext>
              </a:extLst>
            </p:cNvPr>
            <p:cNvSpPr/>
            <p:nvPr/>
          </p:nvSpPr>
          <p:spPr>
            <a:xfrm>
              <a:off x="1521640" y="1054806"/>
              <a:ext cx="1206931" cy="1206931"/>
            </a:xfrm>
            <a:prstGeom prst="ellipse">
              <a:avLst/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2" name="Picture 39">
              <a:extLst>
                <a:ext uri="{FF2B5EF4-FFF2-40B4-BE49-F238E27FC236}">
                  <a16:creationId xmlns:a16="http://schemas.microsoft.com/office/drawing/2014/main" id="{F2535482-7462-03E3-9602-2EF8B18A9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68816" y="1309934"/>
              <a:ext cx="712581" cy="712581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03" name="Gruppo 102">
            <a:extLst>
              <a:ext uri="{FF2B5EF4-FFF2-40B4-BE49-F238E27FC236}">
                <a16:creationId xmlns:a16="http://schemas.microsoft.com/office/drawing/2014/main" id="{520A6839-CD04-8623-5F4D-ADCB6AA71D78}"/>
              </a:ext>
            </a:extLst>
          </p:cNvPr>
          <p:cNvGrpSpPr/>
          <p:nvPr/>
        </p:nvGrpSpPr>
        <p:grpSpPr>
          <a:xfrm>
            <a:off x="6757360" y="6056747"/>
            <a:ext cx="619424" cy="596526"/>
            <a:chOff x="11316104" y="2010483"/>
            <a:chExt cx="619424" cy="596526"/>
          </a:xfrm>
        </p:grpSpPr>
        <p:sp>
          <p:nvSpPr>
            <p:cNvPr id="104" name="Oval 43">
              <a:extLst>
                <a:ext uri="{FF2B5EF4-FFF2-40B4-BE49-F238E27FC236}">
                  <a16:creationId xmlns:a16="http://schemas.microsoft.com/office/drawing/2014/main" id="{5C8F6952-7E7C-BD53-4B09-68754FDD819B}"/>
                </a:ext>
              </a:extLst>
            </p:cNvPr>
            <p:cNvSpPr/>
            <p:nvPr/>
          </p:nvSpPr>
          <p:spPr>
            <a:xfrm>
              <a:off x="11316104" y="2010483"/>
              <a:ext cx="619424" cy="5965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5" name="Picture 1">
              <a:extLst>
                <a:ext uri="{FF2B5EF4-FFF2-40B4-BE49-F238E27FC236}">
                  <a16:creationId xmlns:a16="http://schemas.microsoft.com/office/drawing/2014/main" id="{410FBC86-0DA9-4F8C-0BF3-43D8A1088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1464098" y="2130938"/>
              <a:ext cx="362763" cy="362763"/>
            </a:xfrm>
            <a:prstGeom prst="rect">
              <a:avLst/>
            </a:prstGeom>
          </p:spPr>
        </p:pic>
      </p:grpSp>
      <p:sp>
        <p:nvSpPr>
          <p:cNvPr id="106" name="TextBox 76">
            <a:extLst>
              <a:ext uri="{FF2B5EF4-FFF2-40B4-BE49-F238E27FC236}">
                <a16:creationId xmlns:a16="http://schemas.microsoft.com/office/drawing/2014/main" id="{F5FD57C0-28C1-B2C6-B022-B4C179327ECE}"/>
              </a:ext>
            </a:extLst>
          </p:cNvPr>
          <p:cNvSpPr txBox="1"/>
          <p:nvPr/>
        </p:nvSpPr>
        <p:spPr>
          <a:xfrm>
            <a:off x="7387911" y="4740002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8489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COT, ADI</a:t>
            </a:r>
          </a:p>
        </p:txBody>
      </p:sp>
      <p:sp>
        <p:nvSpPr>
          <p:cNvPr id="107" name="TextBox 76">
            <a:extLst>
              <a:ext uri="{FF2B5EF4-FFF2-40B4-BE49-F238E27FC236}">
                <a16:creationId xmlns:a16="http://schemas.microsoft.com/office/drawing/2014/main" id="{AB1AB8D5-08C7-0173-61BB-16588BFD45C2}"/>
              </a:ext>
            </a:extLst>
          </p:cNvPr>
          <p:cNvSpPr txBox="1"/>
          <p:nvPr/>
        </p:nvSpPr>
        <p:spPr>
          <a:xfrm>
            <a:off x="7397743" y="5462259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8489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</a:p>
        </p:txBody>
      </p:sp>
      <p:sp>
        <p:nvSpPr>
          <p:cNvPr id="108" name="TextBox 76">
            <a:extLst>
              <a:ext uri="{FF2B5EF4-FFF2-40B4-BE49-F238E27FC236}">
                <a16:creationId xmlns:a16="http://schemas.microsoft.com/office/drawing/2014/main" id="{59A83AC4-0A3D-30DB-681D-7E00888AA79F}"/>
              </a:ext>
            </a:extLst>
          </p:cNvPr>
          <p:cNvSpPr txBox="1"/>
          <p:nvPr/>
        </p:nvSpPr>
        <p:spPr>
          <a:xfrm>
            <a:off x="7397743" y="6193306"/>
            <a:ext cx="3733184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8489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CONSULTORI, CSM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rgbClr val="084897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4794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a45fca-7eec-4f4b-8414-50bfab28e973">
      <Terms xmlns="http://schemas.microsoft.com/office/infopath/2007/PartnerControls"/>
    </lcf76f155ced4ddcb4097134ff3c332f>
    <TaxCatchAll xmlns="0681048c-2773-4c95-a974-4c1ea1471fa6" xsi:nil="true"/>
    <SharedWithUsers xmlns="0681048c-2773-4c95-a974-4c1ea1471fa6">
      <UserInfo>
        <DisplayName>Sturaro Antonio</DisplayName>
        <AccountId>206</AccountId>
        <AccountType/>
      </UserInfo>
      <UserInfo>
        <DisplayName>Scremin Luca</DisplayName>
        <AccountId>257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1DB35CD3BD1734CB37A37DCF1A6BD24" ma:contentTypeVersion="12" ma:contentTypeDescription="Creare un nuovo documento." ma:contentTypeScope="" ma:versionID="758a2db5145b4e71750cb9b5bba4ec00">
  <xsd:schema xmlns:xsd="http://www.w3.org/2001/XMLSchema" xmlns:xs="http://www.w3.org/2001/XMLSchema" xmlns:p="http://schemas.microsoft.com/office/2006/metadata/properties" xmlns:ns2="c9a45fca-7eec-4f4b-8414-50bfab28e973" xmlns:ns3="0681048c-2773-4c95-a974-4c1ea1471fa6" targetNamespace="http://schemas.microsoft.com/office/2006/metadata/properties" ma:root="true" ma:fieldsID="0aa622d681ea895f4ea996438b6dee1a" ns2:_="" ns3:_="">
    <xsd:import namespace="c9a45fca-7eec-4f4b-8414-50bfab28e973"/>
    <xsd:import namespace="0681048c-2773-4c95-a974-4c1ea1471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45fca-7eec-4f4b-8414-50bfab28e9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Tag immagine" ma:readOnly="false" ma:fieldId="{5cf76f15-5ced-4ddc-b409-7134ff3c332f}" ma:taxonomyMulti="true" ma:sspId="754b1395-61e6-4490-b7b5-ed8699b63d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1048c-2773-4c95-a974-4c1ea1471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66759791-45cb-4536-b541-91c578ce4d38}" ma:internalName="TaxCatchAll" ma:showField="CatchAllData" ma:web="0681048c-2773-4c95-a974-4c1ea1471f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46678E-6F4C-4AEA-9CEA-BBD378B448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04CBA3-5B7D-4722-A36B-74BFE18EA2E1}">
  <ds:schemaRefs>
    <ds:schemaRef ds:uri="0681048c-2773-4c95-a974-4c1ea1471fa6"/>
    <ds:schemaRef ds:uri="c9a45fca-7eec-4f4b-8414-50bfab28e97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32692A0-AF9A-4805-8401-85FF55435B0E}">
  <ds:schemaRefs>
    <ds:schemaRef ds:uri="0681048c-2773-4c95-a974-4c1ea1471fa6"/>
    <ds:schemaRef ds:uri="c9a45fca-7eec-4f4b-8414-50bfab28e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608797e6-31d4-45db-8921-11491d1aa821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Bergamasco Stefano</dc:creator>
  <cp:lastModifiedBy>Bergamasco Stefano</cp:lastModifiedBy>
  <cp:revision>108</cp:revision>
  <dcterms:created xsi:type="dcterms:W3CDTF">2022-12-27T15:55:53Z</dcterms:created>
  <dcterms:modified xsi:type="dcterms:W3CDTF">2026-03-18T13:22:13Z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0x01010061DB35CD3BD1734CB37A37DCF1A6BD24</vt:lpwstr>
  </property>
  <property fmtid="{D5CDD505-2E9C-101B-9397-08002B2CF9AE}" pid="3" name="MediaServiceImageTags">
    <vt:lpwstr/>
  </property>
</Properties>
</file>